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0000"/>
    <a:srgbClr val="4472C4"/>
    <a:srgbClr val="6600CC"/>
    <a:srgbClr val="9900CC"/>
    <a:srgbClr val="FF00FF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9B9C-2528-D168-209B-6589F87B9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04891-B4F5-BA76-5F63-081025BDB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0523E-7D7B-FDEA-5DA9-BC523882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657BD-8F57-961B-7B98-3261BCA4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11A50-F62A-13A6-B30D-1510291F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97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34B5-772E-4B2F-D168-956958CC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7B26B-3870-2893-626D-915C13CB4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80E57-D3CA-8930-41D5-D5BE8CE3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6C97D-3C86-FB0B-D17D-8E57D19BB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95ABF-0852-ADA5-9935-DC3BF3C1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22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8238-4A51-C5AF-C61F-AFE37E12F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CE7B8-707E-4597-73B9-7DC6442F0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A87BE-750B-CA8F-FCF2-977628D9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41F6C-1329-0130-3604-16DC9853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E735E-D4D4-89CE-4D6A-47D8A134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35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D4F3-252D-B4A4-B520-BDD69307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3EB99-F145-1666-1776-644956705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3B313-622A-580E-C707-98F948D30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FFBA6-F824-EDA0-7F32-8730143C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F3168-CBFD-B9EA-1286-B6225E6D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E68E1-8A60-245E-C4F6-408D3A3B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66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E1BC-B786-93CF-C391-DA4555E7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2AB8A-913F-59AC-3C75-7FAD4BD2B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8B1AA-FACF-9A18-E105-044588DCB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309D8-EB96-A2F9-3360-E40D3AB4F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8B2AA-CA59-79AA-CFE2-C99C55561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C8E17-160B-AB81-24D0-CC4DCFB6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D0725-6C88-5B48-2A3C-0283E9C2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E4E5-7995-4956-8365-241C79C7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26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046C-BD33-527B-B0B3-C2FBDC7C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19F41-317A-2BCE-D107-847C90C7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047DD-F39F-8306-43AE-418EF69F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36F99-C7CA-C384-1076-0E955CAD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39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2DE871-6DFE-72E3-940B-341DE4F6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07A71-58B5-70CF-4EEF-3D281BEE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B279B-D5B1-FD09-C4EA-9D540D51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219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54F8-2583-466F-09BD-2993392A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BC38-862C-9896-DAB9-C48159EA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A7CE1-0814-6252-86F9-1F3941136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83A71-1109-993F-F03D-273217EB7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31672-2494-00F7-83B1-D6955C36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6FF10-CFCF-6646-4512-5B43BDFA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65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B1AF-E813-6FB6-07FA-F0E68735E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C02C96-B9E8-8E05-9246-658CA7EBC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41CB7-E7F7-2052-23D5-C95CEFABC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71C16-9845-B9C9-ECED-E0716C19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C8443-2BEE-77F8-E847-1A482FAC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FAB69-F23B-06F8-08D8-B05447FA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99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8DAF-3B74-A597-3CEC-C4AF7D0C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D681C-25E4-9942-84A0-5C4E89E92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80028-9E4C-D59F-8043-4216F6EE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626BF-1A40-0B5D-7DD6-99D66429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1269A-4E98-E279-6563-796A28F7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119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A71E3-E89E-28D0-3FBA-F51575F61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1151F-DB30-E868-470B-3A06C7B6D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87085-B26A-5DAC-21BB-3656CCE0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072C3-D26F-2A5C-2245-1ADE39FB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12B95-408A-C7F8-6F7B-66945837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375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8A43D-90AD-E6B0-647E-BDAD5D4F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AE6D5-4898-3214-B4C5-A46A50357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948E5-F1EB-DDD6-5726-7CAAC5446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DE26C-C072-40B1-9E76-00746820CF9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50D5C-2E64-4A01-5B9B-6DA340ACA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19B9C-3E10-1CC8-BF45-ACE67B12F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47DF0-9EC4-43DE-A539-8D6A212EEE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6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286D70-995F-3765-0A57-AD7394B7255F}"/>
              </a:ext>
            </a:extLst>
          </p:cNvPr>
          <p:cNvSpPr/>
          <p:nvPr/>
        </p:nvSpPr>
        <p:spPr>
          <a:xfrm>
            <a:off x="2103120" y="1554479"/>
            <a:ext cx="8495607" cy="423949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19B012-A1F2-E07E-78BD-562429BDC698}"/>
              </a:ext>
            </a:extLst>
          </p:cNvPr>
          <p:cNvSpPr/>
          <p:nvPr/>
        </p:nvSpPr>
        <p:spPr>
          <a:xfrm>
            <a:off x="3733798" y="2822864"/>
            <a:ext cx="1602970" cy="16029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1E1674-ED2D-F333-0686-86EE73285DAE}"/>
              </a:ext>
            </a:extLst>
          </p:cNvPr>
          <p:cNvSpPr/>
          <p:nvPr/>
        </p:nvSpPr>
        <p:spPr>
          <a:xfrm>
            <a:off x="6855928" y="2822864"/>
            <a:ext cx="1602970" cy="16029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6DD7FD-45CA-BF6C-CD4D-084DF73643D9}"/>
              </a:ext>
            </a:extLst>
          </p:cNvPr>
          <p:cNvSpPr/>
          <p:nvPr/>
        </p:nvSpPr>
        <p:spPr>
          <a:xfrm>
            <a:off x="2581793" y="3512127"/>
            <a:ext cx="224444" cy="22444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2AD512-8BF0-FE60-88BF-C40B3369ED75}"/>
              </a:ext>
            </a:extLst>
          </p:cNvPr>
          <p:cNvSpPr/>
          <p:nvPr/>
        </p:nvSpPr>
        <p:spPr>
          <a:xfrm>
            <a:off x="9388187" y="3512127"/>
            <a:ext cx="224444" cy="22444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9B18D-983D-9069-DCF9-171529B33AD9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2694015" y="2145223"/>
            <a:ext cx="1496143" cy="1366904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25C13F-4994-DFC9-E2CD-80D87A4BA4C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8097140" y="2132406"/>
            <a:ext cx="1403269" cy="1379721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09762D8-D113-C2C4-2772-847036CDEF25}"/>
              </a:ext>
            </a:extLst>
          </p:cNvPr>
          <p:cNvCxnSpPr>
            <a:cxnSpLocks/>
          </p:cNvCxnSpPr>
          <p:nvPr/>
        </p:nvCxnSpPr>
        <p:spPr>
          <a:xfrm>
            <a:off x="4190158" y="2145223"/>
            <a:ext cx="3906982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3E3B5F-86E2-D296-AA07-A8FF076213DB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2694015" y="3736571"/>
            <a:ext cx="1902923" cy="140527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FBDB0CF-E838-44E8-54B9-9406D9E8F382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8037466" y="3736571"/>
            <a:ext cx="1462943" cy="137972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760414-AB3D-401C-7394-BB3FE51D79D2}"/>
              </a:ext>
            </a:extLst>
          </p:cNvPr>
          <p:cNvCxnSpPr>
            <a:cxnSpLocks/>
          </p:cNvCxnSpPr>
          <p:nvPr/>
        </p:nvCxnSpPr>
        <p:spPr>
          <a:xfrm>
            <a:off x="4596938" y="5141848"/>
            <a:ext cx="344052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8CD75C5-A9A9-1531-D223-3DC506C55BBD}"/>
              </a:ext>
            </a:extLst>
          </p:cNvPr>
          <p:cNvCxnSpPr>
            <a:cxnSpLocks/>
          </p:cNvCxnSpPr>
          <p:nvPr/>
        </p:nvCxnSpPr>
        <p:spPr>
          <a:xfrm flipV="1">
            <a:off x="2773368" y="2564591"/>
            <a:ext cx="1445805" cy="980405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C6F9FB-B452-6FA0-6104-4A6EC30B7C19}"/>
              </a:ext>
            </a:extLst>
          </p:cNvPr>
          <p:cNvCxnSpPr>
            <a:cxnSpLocks/>
          </p:cNvCxnSpPr>
          <p:nvPr/>
        </p:nvCxnSpPr>
        <p:spPr>
          <a:xfrm>
            <a:off x="4219173" y="2564591"/>
            <a:ext cx="1212197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79C4547-D81B-A0C8-517C-AF2282BD0C0D}"/>
              </a:ext>
            </a:extLst>
          </p:cNvPr>
          <p:cNvCxnSpPr>
            <a:cxnSpLocks/>
          </p:cNvCxnSpPr>
          <p:nvPr/>
        </p:nvCxnSpPr>
        <p:spPr>
          <a:xfrm flipH="1" flipV="1">
            <a:off x="5431370" y="2564591"/>
            <a:ext cx="1417400" cy="2034829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6D16CB-5810-F592-D75B-E8D0A21AB95F}"/>
              </a:ext>
            </a:extLst>
          </p:cNvPr>
          <p:cNvCxnSpPr>
            <a:cxnSpLocks/>
          </p:cNvCxnSpPr>
          <p:nvPr/>
        </p:nvCxnSpPr>
        <p:spPr>
          <a:xfrm flipH="1" flipV="1">
            <a:off x="6848770" y="4599420"/>
            <a:ext cx="1248370" cy="1134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8C89613-B4E7-F446-A1E2-838C018170F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8097140" y="3624349"/>
            <a:ext cx="1291047" cy="976205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35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B6404D8-A728-CEB2-B6E1-155D9A9FD09C}"/>
              </a:ext>
            </a:extLst>
          </p:cNvPr>
          <p:cNvSpPr/>
          <p:nvPr/>
        </p:nvSpPr>
        <p:spPr>
          <a:xfrm>
            <a:off x="6473544" y="2170780"/>
            <a:ext cx="4925747" cy="242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B930C-F9CD-D3CE-CFF7-D75B4DD8FB0F}"/>
              </a:ext>
            </a:extLst>
          </p:cNvPr>
          <p:cNvSpPr/>
          <p:nvPr/>
        </p:nvSpPr>
        <p:spPr>
          <a:xfrm>
            <a:off x="832355" y="2170780"/>
            <a:ext cx="4925747" cy="242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C77918-03F9-0029-ECA5-6D7DDA003501}"/>
              </a:ext>
            </a:extLst>
          </p:cNvPr>
          <p:cNvSpPr/>
          <p:nvPr/>
        </p:nvSpPr>
        <p:spPr>
          <a:xfrm>
            <a:off x="2941189" y="2885169"/>
            <a:ext cx="1087662" cy="10876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310C48-6650-5500-8CE0-AC4A3D01F2B2}"/>
              </a:ext>
            </a:extLst>
          </p:cNvPr>
          <p:cNvSpPr/>
          <p:nvPr/>
        </p:nvSpPr>
        <p:spPr>
          <a:xfrm>
            <a:off x="1932539" y="3320552"/>
            <a:ext cx="224444" cy="22444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2FE0567-D396-2927-64A2-F064FD49E72F}"/>
              </a:ext>
            </a:extLst>
          </p:cNvPr>
          <p:cNvSpPr/>
          <p:nvPr/>
        </p:nvSpPr>
        <p:spPr>
          <a:xfrm>
            <a:off x="6943910" y="3320552"/>
            <a:ext cx="224444" cy="22444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1D35D6-3C55-B8CD-1542-2B71B6D2D18C}"/>
              </a:ext>
            </a:extLst>
          </p:cNvPr>
          <p:cNvSpPr/>
          <p:nvPr/>
        </p:nvSpPr>
        <p:spPr>
          <a:xfrm>
            <a:off x="9600398" y="2885169"/>
            <a:ext cx="1087662" cy="10876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8CDEC5-0F9A-50FA-39CF-6AE7CCAD4B0E}"/>
              </a:ext>
            </a:extLst>
          </p:cNvPr>
          <p:cNvSpPr/>
          <p:nvPr/>
        </p:nvSpPr>
        <p:spPr>
          <a:xfrm>
            <a:off x="7638720" y="2885169"/>
            <a:ext cx="1087662" cy="10876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4287E8B-A0E4-C227-C36F-240C2AF78A8A}"/>
              </a:ext>
            </a:extLst>
          </p:cNvPr>
          <p:cNvSpPr/>
          <p:nvPr/>
        </p:nvSpPr>
        <p:spPr>
          <a:xfrm>
            <a:off x="2044761" y="2634709"/>
            <a:ext cx="2724889" cy="1820574"/>
          </a:xfrm>
          <a:custGeom>
            <a:avLst/>
            <a:gdLst>
              <a:gd name="csX0" fmla="*/ 5119 w 2590183"/>
              <a:gd name="csY0" fmla="*/ 803266 h 1820574"/>
              <a:gd name="csX1" fmla="*/ 944457 w 2590183"/>
              <a:gd name="csY1" fmla="*/ 1792481 h 1820574"/>
              <a:gd name="csX2" fmla="*/ 2415810 w 2590183"/>
              <a:gd name="csY2" fmla="*/ 1435034 h 1820574"/>
              <a:gd name="csX3" fmla="*/ 2365933 w 2590183"/>
              <a:gd name="csY3" fmla="*/ 254626 h 1820574"/>
              <a:gd name="csX4" fmla="*/ 653512 w 2590183"/>
              <a:gd name="csY4" fmla="*/ 38495 h 1820574"/>
              <a:gd name="csX5" fmla="*/ 5119 w 2590183"/>
              <a:gd name="csY5" fmla="*/ 803266 h 1820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590183" h="1820574">
                <a:moveTo>
                  <a:pt x="5119" y="803266"/>
                </a:moveTo>
                <a:cubicBezTo>
                  <a:pt x="53610" y="1095597"/>
                  <a:pt x="542675" y="1687186"/>
                  <a:pt x="944457" y="1792481"/>
                </a:cubicBezTo>
                <a:cubicBezTo>
                  <a:pt x="1346239" y="1897776"/>
                  <a:pt x="2178897" y="1691343"/>
                  <a:pt x="2415810" y="1435034"/>
                </a:cubicBezTo>
                <a:cubicBezTo>
                  <a:pt x="2652723" y="1178725"/>
                  <a:pt x="2659649" y="487382"/>
                  <a:pt x="2365933" y="254626"/>
                </a:cubicBezTo>
                <a:cubicBezTo>
                  <a:pt x="2072217" y="21870"/>
                  <a:pt x="1048367" y="-54331"/>
                  <a:pt x="653512" y="38495"/>
                </a:cubicBezTo>
                <a:cubicBezTo>
                  <a:pt x="258658" y="131320"/>
                  <a:pt x="-43372" y="510935"/>
                  <a:pt x="5119" y="803266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2FB7730-0B66-DB22-0133-056FBD9D7EF8}"/>
              </a:ext>
            </a:extLst>
          </p:cNvPr>
          <p:cNvSpPr/>
          <p:nvPr/>
        </p:nvSpPr>
        <p:spPr>
          <a:xfrm>
            <a:off x="2057468" y="2773618"/>
            <a:ext cx="2318275" cy="1414952"/>
          </a:xfrm>
          <a:custGeom>
            <a:avLst/>
            <a:gdLst>
              <a:gd name="csX0" fmla="*/ 39834 w 2318275"/>
              <a:gd name="csY0" fmla="*/ 584724 h 1414952"/>
              <a:gd name="csX1" fmla="*/ 638350 w 2318275"/>
              <a:gd name="csY1" fmla="*/ 119211 h 1414952"/>
              <a:gd name="csX2" fmla="*/ 1835383 w 2318275"/>
              <a:gd name="csY2" fmla="*/ 44397 h 1414952"/>
              <a:gd name="csX3" fmla="*/ 2317521 w 2318275"/>
              <a:gd name="csY3" fmla="*/ 709415 h 1414952"/>
              <a:gd name="csX4" fmla="*/ 1743943 w 2318275"/>
              <a:gd name="csY4" fmla="*/ 1407684 h 1414952"/>
              <a:gd name="csX5" fmla="*/ 397281 w 2318275"/>
              <a:gd name="csY5" fmla="*/ 1050237 h 1414952"/>
              <a:gd name="csX6" fmla="*/ 89710 w 2318275"/>
              <a:gd name="csY6" fmla="*/ 667851 h 1414952"/>
              <a:gd name="csX7" fmla="*/ 39834 w 2318275"/>
              <a:gd name="csY7" fmla="*/ 584724 h 14149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318275" h="1414952">
                <a:moveTo>
                  <a:pt x="39834" y="584724"/>
                </a:moveTo>
                <a:cubicBezTo>
                  <a:pt x="131274" y="493284"/>
                  <a:pt x="339092" y="209265"/>
                  <a:pt x="638350" y="119211"/>
                </a:cubicBezTo>
                <a:cubicBezTo>
                  <a:pt x="937608" y="29157"/>
                  <a:pt x="1555521" y="-53970"/>
                  <a:pt x="1835383" y="44397"/>
                </a:cubicBezTo>
                <a:cubicBezTo>
                  <a:pt x="2115245" y="142764"/>
                  <a:pt x="2332761" y="482201"/>
                  <a:pt x="2317521" y="709415"/>
                </a:cubicBezTo>
                <a:cubicBezTo>
                  <a:pt x="2302281" y="936629"/>
                  <a:pt x="2063983" y="1350880"/>
                  <a:pt x="1743943" y="1407684"/>
                </a:cubicBezTo>
                <a:cubicBezTo>
                  <a:pt x="1423903" y="1464488"/>
                  <a:pt x="672987" y="1173543"/>
                  <a:pt x="397281" y="1050237"/>
                </a:cubicBezTo>
                <a:cubicBezTo>
                  <a:pt x="121576" y="926932"/>
                  <a:pt x="143743" y="744051"/>
                  <a:pt x="89710" y="667851"/>
                </a:cubicBezTo>
                <a:cubicBezTo>
                  <a:pt x="35677" y="591651"/>
                  <a:pt x="-51606" y="676164"/>
                  <a:pt x="39834" y="584724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E0C540F-60DD-FBB0-4D20-54E974984537}"/>
              </a:ext>
            </a:extLst>
          </p:cNvPr>
          <p:cNvSpPr/>
          <p:nvPr/>
        </p:nvSpPr>
        <p:spPr>
          <a:xfrm>
            <a:off x="1078316" y="2963863"/>
            <a:ext cx="928746" cy="815510"/>
          </a:xfrm>
          <a:custGeom>
            <a:avLst/>
            <a:gdLst>
              <a:gd name="csX0" fmla="*/ 887182 w 928746"/>
              <a:gd name="csY0" fmla="*/ 386166 h 815510"/>
              <a:gd name="csX1" fmla="*/ 538048 w 928746"/>
              <a:gd name="csY1" fmla="*/ 3781 h 815510"/>
              <a:gd name="csX2" fmla="*/ 72535 w 928746"/>
              <a:gd name="csY2" fmla="*/ 211599 h 815510"/>
              <a:gd name="csX3" fmla="*/ 14346 w 928746"/>
              <a:gd name="csY3" fmla="*/ 552421 h 815510"/>
              <a:gd name="csX4" fmla="*/ 205539 w 928746"/>
              <a:gd name="csY4" fmla="*/ 768552 h 815510"/>
              <a:gd name="csX5" fmla="*/ 604549 w 928746"/>
              <a:gd name="csY5" fmla="*/ 810115 h 815510"/>
              <a:gd name="csX6" fmla="*/ 870557 w 928746"/>
              <a:gd name="csY6" fmla="*/ 685424 h 815510"/>
              <a:gd name="csX7" fmla="*/ 928746 w 928746"/>
              <a:gd name="csY7" fmla="*/ 494232 h 815510"/>
              <a:gd name="csX8" fmla="*/ 928746 w 928746"/>
              <a:gd name="csY8" fmla="*/ 494232 h 815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28746" h="815510">
                <a:moveTo>
                  <a:pt x="887182" y="386166"/>
                </a:moveTo>
                <a:cubicBezTo>
                  <a:pt x="780502" y="209520"/>
                  <a:pt x="673822" y="32875"/>
                  <a:pt x="538048" y="3781"/>
                </a:cubicBezTo>
                <a:cubicBezTo>
                  <a:pt x="402273" y="-25314"/>
                  <a:pt x="159819" y="120159"/>
                  <a:pt x="72535" y="211599"/>
                </a:cubicBezTo>
                <a:cubicBezTo>
                  <a:pt x="-14749" y="303039"/>
                  <a:pt x="-7821" y="459596"/>
                  <a:pt x="14346" y="552421"/>
                </a:cubicBezTo>
                <a:cubicBezTo>
                  <a:pt x="36513" y="645246"/>
                  <a:pt x="107172" y="725603"/>
                  <a:pt x="205539" y="768552"/>
                </a:cubicBezTo>
                <a:cubicBezTo>
                  <a:pt x="303906" y="811501"/>
                  <a:pt x="493713" y="823970"/>
                  <a:pt x="604549" y="810115"/>
                </a:cubicBezTo>
                <a:cubicBezTo>
                  <a:pt x="715385" y="796260"/>
                  <a:pt x="816524" y="738071"/>
                  <a:pt x="870557" y="685424"/>
                </a:cubicBezTo>
                <a:cubicBezTo>
                  <a:pt x="924590" y="632777"/>
                  <a:pt x="928746" y="494232"/>
                  <a:pt x="928746" y="494232"/>
                </a:cubicBezTo>
                <a:lnTo>
                  <a:pt x="928746" y="494232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63199DC-82E5-5DAA-6159-256F633CB418}"/>
              </a:ext>
            </a:extLst>
          </p:cNvPr>
          <p:cNvSpPr/>
          <p:nvPr/>
        </p:nvSpPr>
        <p:spPr>
          <a:xfrm>
            <a:off x="1457383" y="3202396"/>
            <a:ext cx="524741" cy="386048"/>
          </a:xfrm>
          <a:custGeom>
            <a:avLst/>
            <a:gdLst>
              <a:gd name="csX0" fmla="*/ 499802 w 524741"/>
              <a:gd name="csY0" fmla="*/ 172571 h 386048"/>
              <a:gd name="csX1" fmla="*/ 242108 w 524741"/>
              <a:gd name="csY1" fmla="*/ 6317 h 386048"/>
              <a:gd name="csX2" fmla="*/ 25977 w 524741"/>
              <a:gd name="csY2" fmla="*/ 56193 h 386048"/>
              <a:gd name="csX3" fmla="*/ 17664 w 524741"/>
              <a:gd name="csY3" fmla="*/ 255699 h 386048"/>
              <a:gd name="csX4" fmla="*/ 150668 w 524741"/>
              <a:gd name="csY4" fmla="*/ 380389 h 386048"/>
              <a:gd name="csX5" fmla="*/ 358486 w 524741"/>
              <a:gd name="csY5" fmla="*/ 355451 h 386048"/>
              <a:gd name="csX6" fmla="*/ 524741 w 524741"/>
              <a:gd name="csY6" fmla="*/ 272324 h 3860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24741" h="386048">
                <a:moveTo>
                  <a:pt x="499802" y="172571"/>
                </a:moveTo>
                <a:cubicBezTo>
                  <a:pt x="410440" y="99142"/>
                  <a:pt x="321079" y="25713"/>
                  <a:pt x="242108" y="6317"/>
                </a:cubicBezTo>
                <a:cubicBezTo>
                  <a:pt x="163137" y="-13079"/>
                  <a:pt x="63384" y="14629"/>
                  <a:pt x="25977" y="56193"/>
                </a:cubicBezTo>
                <a:cubicBezTo>
                  <a:pt x="-11430" y="97757"/>
                  <a:pt x="-3118" y="201666"/>
                  <a:pt x="17664" y="255699"/>
                </a:cubicBezTo>
                <a:cubicBezTo>
                  <a:pt x="38446" y="309732"/>
                  <a:pt x="93864" y="363764"/>
                  <a:pt x="150668" y="380389"/>
                </a:cubicBezTo>
                <a:cubicBezTo>
                  <a:pt x="207472" y="397014"/>
                  <a:pt x="296141" y="373462"/>
                  <a:pt x="358486" y="355451"/>
                </a:cubicBezTo>
                <a:cubicBezTo>
                  <a:pt x="420831" y="337440"/>
                  <a:pt x="472786" y="304882"/>
                  <a:pt x="524741" y="27232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53F5F6F-FD8D-3CF6-C830-2E1904C74724}"/>
              </a:ext>
            </a:extLst>
          </p:cNvPr>
          <p:cNvCxnSpPr>
            <a:cxnSpLocks/>
          </p:cNvCxnSpPr>
          <p:nvPr/>
        </p:nvCxnSpPr>
        <p:spPr>
          <a:xfrm>
            <a:off x="1524449" y="3000037"/>
            <a:ext cx="47234" cy="196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630B1C-929F-5EDF-535E-00FF5ADCB2B2}"/>
              </a:ext>
            </a:extLst>
          </p:cNvPr>
          <p:cNvCxnSpPr>
            <a:cxnSpLocks/>
          </p:cNvCxnSpPr>
          <p:nvPr/>
        </p:nvCxnSpPr>
        <p:spPr>
          <a:xfrm>
            <a:off x="1202529" y="3166110"/>
            <a:ext cx="225260" cy="123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2C01B19-A58E-5899-91D7-026938BC4E30}"/>
              </a:ext>
            </a:extLst>
          </p:cNvPr>
          <p:cNvCxnSpPr>
            <a:cxnSpLocks/>
          </p:cNvCxnSpPr>
          <p:nvPr/>
        </p:nvCxnSpPr>
        <p:spPr>
          <a:xfrm flipV="1">
            <a:off x="1130542" y="3429000"/>
            <a:ext cx="315693" cy="1159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F39CB7B-684D-2A5B-EF07-CA7529502A24}"/>
              </a:ext>
            </a:extLst>
          </p:cNvPr>
          <p:cNvCxnSpPr>
            <a:cxnSpLocks/>
          </p:cNvCxnSpPr>
          <p:nvPr/>
        </p:nvCxnSpPr>
        <p:spPr>
          <a:xfrm flipV="1">
            <a:off x="1379957" y="3544996"/>
            <a:ext cx="129398" cy="1773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5B2D94A-FCAB-DDD1-5ACC-203B7D2BF4DB}"/>
              </a:ext>
            </a:extLst>
          </p:cNvPr>
          <p:cNvCxnSpPr>
            <a:cxnSpLocks/>
          </p:cNvCxnSpPr>
          <p:nvPr/>
        </p:nvCxnSpPr>
        <p:spPr>
          <a:xfrm flipH="1" flipV="1">
            <a:off x="1692910" y="3615690"/>
            <a:ext cx="31173" cy="132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696922F-26ED-31B4-77AE-F5AF55548A8B}"/>
              </a:ext>
            </a:extLst>
          </p:cNvPr>
          <p:cNvCxnSpPr>
            <a:cxnSpLocks/>
          </p:cNvCxnSpPr>
          <p:nvPr/>
        </p:nvCxnSpPr>
        <p:spPr>
          <a:xfrm>
            <a:off x="1732595" y="3260909"/>
            <a:ext cx="112268" cy="136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63E0217-BDA2-80BF-6DEB-2260A4760788}"/>
              </a:ext>
            </a:extLst>
          </p:cNvPr>
          <p:cNvCxnSpPr>
            <a:cxnSpLocks/>
          </p:cNvCxnSpPr>
          <p:nvPr/>
        </p:nvCxnSpPr>
        <p:spPr>
          <a:xfrm>
            <a:off x="1531061" y="3333795"/>
            <a:ext cx="230457" cy="685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5487665-93D1-5BA1-8A93-A51701F77E6C}"/>
              </a:ext>
            </a:extLst>
          </p:cNvPr>
          <p:cNvCxnSpPr>
            <a:cxnSpLocks/>
          </p:cNvCxnSpPr>
          <p:nvPr/>
        </p:nvCxnSpPr>
        <p:spPr>
          <a:xfrm flipV="1">
            <a:off x="1638749" y="3455671"/>
            <a:ext cx="166133" cy="9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2D61221-3204-3A56-855D-A3C005C29352}"/>
              </a:ext>
            </a:extLst>
          </p:cNvPr>
          <p:cNvCxnSpPr>
            <a:cxnSpLocks/>
          </p:cNvCxnSpPr>
          <p:nvPr/>
        </p:nvCxnSpPr>
        <p:spPr>
          <a:xfrm flipH="1">
            <a:off x="1761518" y="2671321"/>
            <a:ext cx="83345" cy="305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6246FA1-4475-4DFA-91FA-80D31E8E6FCB}"/>
              </a:ext>
            </a:extLst>
          </p:cNvPr>
          <p:cNvCxnSpPr>
            <a:cxnSpLocks/>
          </p:cNvCxnSpPr>
          <p:nvPr/>
        </p:nvCxnSpPr>
        <p:spPr>
          <a:xfrm>
            <a:off x="1210700" y="2671321"/>
            <a:ext cx="156911" cy="320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D3C2D6-DA90-A41E-B9DA-56346350B545}"/>
              </a:ext>
            </a:extLst>
          </p:cNvPr>
          <p:cNvCxnSpPr>
            <a:cxnSpLocks/>
          </p:cNvCxnSpPr>
          <p:nvPr/>
        </p:nvCxnSpPr>
        <p:spPr>
          <a:xfrm>
            <a:off x="872747" y="3067050"/>
            <a:ext cx="233122" cy="129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496B94E-6489-2ABA-0456-0DAB769F5675}"/>
              </a:ext>
            </a:extLst>
          </p:cNvPr>
          <p:cNvCxnSpPr>
            <a:cxnSpLocks/>
          </p:cNvCxnSpPr>
          <p:nvPr/>
        </p:nvCxnSpPr>
        <p:spPr>
          <a:xfrm flipV="1">
            <a:off x="888173" y="3588444"/>
            <a:ext cx="182263" cy="915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6E0E0DD-4CDB-01B6-C40B-6822EF152E17}"/>
              </a:ext>
            </a:extLst>
          </p:cNvPr>
          <p:cNvCxnSpPr>
            <a:cxnSpLocks/>
          </p:cNvCxnSpPr>
          <p:nvPr/>
        </p:nvCxnSpPr>
        <p:spPr>
          <a:xfrm flipV="1">
            <a:off x="1047197" y="3774154"/>
            <a:ext cx="229693" cy="355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3CA53A9-3501-17A9-3358-E95A3322CBFD}"/>
              </a:ext>
            </a:extLst>
          </p:cNvPr>
          <p:cNvCxnSpPr>
            <a:cxnSpLocks/>
          </p:cNvCxnSpPr>
          <p:nvPr/>
        </p:nvCxnSpPr>
        <p:spPr>
          <a:xfrm flipV="1">
            <a:off x="1601050" y="3852259"/>
            <a:ext cx="22418" cy="3654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Half Frame 87">
            <a:extLst>
              <a:ext uri="{FF2B5EF4-FFF2-40B4-BE49-F238E27FC236}">
                <a16:creationId xmlns:a16="http://schemas.microsoft.com/office/drawing/2014/main" id="{2ED0E4DB-85B1-C8E9-10BB-69EC97F554EE}"/>
              </a:ext>
            </a:extLst>
          </p:cNvPr>
          <p:cNvSpPr/>
          <p:nvPr/>
        </p:nvSpPr>
        <p:spPr>
          <a:xfrm rot="9031512">
            <a:off x="2544106" y="3838575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9" name="Half Frame 88">
            <a:extLst>
              <a:ext uri="{FF2B5EF4-FFF2-40B4-BE49-F238E27FC236}">
                <a16:creationId xmlns:a16="http://schemas.microsoft.com/office/drawing/2014/main" id="{8E156FB8-6300-AAF3-8B48-98580A032321}"/>
              </a:ext>
            </a:extLst>
          </p:cNvPr>
          <p:cNvSpPr/>
          <p:nvPr/>
        </p:nvSpPr>
        <p:spPr>
          <a:xfrm rot="4277217">
            <a:off x="4267518" y="3671471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0" name="Half Frame 89">
            <a:extLst>
              <a:ext uri="{FF2B5EF4-FFF2-40B4-BE49-F238E27FC236}">
                <a16:creationId xmlns:a16="http://schemas.microsoft.com/office/drawing/2014/main" id="{A8D10477-E10D-41D9-FC95-378A9285FB6E}"/>
              </a:ext>
            </a:extLst>
          </p:cNvPr>
          <p:cNvSpPr/>
          <p:nvPr/>
        </p:nvSpPr>
        <p:spPr>
          <a:xfrm rot="9685330">
            <a:off x="2808901" y="4312920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1" name="Half Frame 90">
            <a:extLst>
              <a:ext uri="{FF2B5EF4-FFF2-40B4-BE49-F238E27FC236}">
                <a16:creationId xmlns:a16="http://schemas.microsoft.com/office/drawing/2014/main" id="{75A4E644-E591-5365-674A-BF4E50A6D061}"/>
              </a:ext>
            </a:extLst>
          </p:cNvPr>
          <p:cNvSpPr/>
          <p:nvPr/>
        </p:nvSpPr>
        <p:spPr>
          <a:xfrm rot="2118635">
            <a:off x="4721734" y="3335109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2" name="Half Frame 91">
            <a:extLst>
              <a:ext uri="{FF2B5EF4-FFF2-40B4-BE49-F238E27FC236}">
                <a16:creationId xmlns:a16="http://schemas.microsoft.com/office/drawing/2014/main" id="{08AEA601-CF8E-07D4-0D80-98B0ACD1E6A2}"/>
              </a:ext>
            </a:extLst>
          </p:cNvPr>
          <p:cNvSpPr/>
          <p:nvPr/>
        </p:nvSpPr>
        <p:spPr>
          <a:xfrm rot="18100876">
            <a:off x="3019811" y="2775935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3" name="Half Frame 92">
            <a:extLst>
              <a:ext uri="{FF2B5EF4-FFF2-40B4-BE49-F238E27FC236}">
                <a16:creationId xmlns:a16="http://schemas.microsoft.com/office/drawing/2014/main" id="{6FC445BD-70BE-377C-AD98-33A662C3D01E}"/>
              </a:ext>
            </a:extLst>
          </p:cNvPr>
          <p:cNvSpPr/>
          <p:nvPr/>
        </p:nvSpPr>
        <p:spPr>
          <a:xfrm rot="17376191">
            <a:off x="2515925" y="2695338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D4CB1095-4846-AD21-3B6E-4688342A0560}"/>
              </a:ext>
            </a:extLst>
          </p:cNvPr>
          <p:cNvSpPr/>
          <p:nvPr/>
        </p:nvSpPr>
        <p:spPr>
          <a:xfrm>
            <a:off x="7097776" y="2766804"/>
            <a:ext cx="1945020" cy="1408956"/>
          </a:xfrm>
          <a:custGeom>
            <a:avLst/>
            <a:gdLst>
              <a:gd name="csX0" fmla="*/ 0 w 1945020"/>
              <a:gd name="csY0" fmla="*/ 555516 h 1408956"/>
              <a:gd name="csX1" fmla="*/ 274320 w 1945020"/>
              <a:gd name="csY1" fmla="*/ 159276 h 1408956"/>
              <a:gd name="csX2" fmla="*/ 835152 w 1945020"/>
              <a:gd name="csY2" fmla="*/ 12972 h 1408956"/>
              <a:gd name="csX3" fmla="*/ 1493520 w 1945020"/>
              <a:gd name="csY3" fmla="*/ 25164 h 1408956"/>
              <a:gd name="csX4" fmla="*/ 1706880 w 1945020"/>
              <a:gd name="csY4" fmla="*/ 171468 h 1408956"/>
              <a:gd name="csX5" fmla="*/ 1914144 w 1945020"/>
              <a:gd name="csY5" fmla="*/ 573804 h 1408956"/>
              <a:gd name="csX6" fmla="*/ 1859280 w 1945020"/>
              <a:gd name="csY6" fmla="*/ 1098060 h 1408956"/>
              <a:gd name="csX7" fmla="*/ 1133856 w 1945020"/>
              <a:gd name="csY7" fmla="*/ 1408956 h 1408956"/>
              <a:gd name="csX8" fmla="*/ 256032 w 1945020"/>
              <a:gd name="csY8" fmla="*/ 1098060 h 1408956"/>
              <a:gd name="csX9" fmla="*/ 12192 w 1945020"/>
              <a:gd name="csY9" fmla="*/ 744492 h 1408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945020" h="1408956">
                <a:moveTo>
                  <a:pt x="0" y="555516"/>
                </a:moveTo>
                <a:cubicBezTo>
                  <a:pt x="67564" y="402608"/>
                  <a:pt x="135128" y="249700"/>
                  <a:pt x="274320" y="159276"/>
                </a:cubicBezTo>
                <a:cubicBezTo>
                  <a:pt x="413512" y="68852"/>
                  <a:pt x="631952" y="35324"/>
                  <a:pt x="835152" y="12972"/>
                </a:cubicBezTo>
                <a:cubicBezTo>
                  <a:pt x="1038352" y="-9380"/>
                  <a:pt x="1348232" y="-1252"/>
                  <a:pt x="1493520" y="25164"/>
                </a:cubicBezTo>
                <a:cubicBezTo>
                  <a:pt x="1638808" y="51580"/>
                  <a:pt x="1636776" y="80028"/>
                  <a:pt x="1706880" y="171468"/>
                </a:cubicBezTo>
                <a:cubicBezTo>
                  <a:pt x="1776984" y="262908"/>
                  <a:pt x="1888744" y="419372"/>
                  <a:pt x="1914144" y="573804"/>
                </a:cubicBezTo>
                <a:cubicBezTo>
                  <a:pt x="1939544" y="728236"/>
                  <a:pt x="1989328" y="958868"/>
                  <a:pt x="1859280" y="1098060"/>
                </a:cubicBezTo>
                <a:cubicBezTo>
                  <a:pt x="1729232" y="1237252"/>
                  <a:pt x="1401064" y="1408956"/>
                  <a:pt x="1133856" y="1408956"/>
                </a:cubicBezTo>
                <a:cubicBezTo>
                  <a:pt x="866648" y="1408956"/>
                  <a:pt x="442976" y="1208804"/>
                  <a:pt x="256032" y="1098060"/>
                </a:cubicBezTo>
                <a:cubicBezTo>
                  <a:pt x="69088" y="987316"/>
                  <a:pt x="40640" y="865904"/>
                  <a:pt x="12192" y="74449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79CB488A-5A5A-260E-B251-97AECF15E9B8}"/>
              </a:ext>
            </a:extLst>
          </p:cNvPr>
          <p:cNvSpPr/>
          <p:nvPr/>
        </p:nvSpPr>
        <p:spPr>
          <a:xfrm>
            <a:off x="7045461" y="2477918"/>
            <a:ext cx="4119394" cy="1917007"/>
          </a:xfrm>
          <a:custGeom>
            <a:avLst/>
            <a:gdLst>
              <a:gd name="csX0" fmla="*/ 3547 w 4119394"/>
              <a:gd name="csY0" fmla="*/ 844402 h 1917007"/>
              <a:gd name="csX1" fmla="*/ 149851 w 4119394"/>
              <a:gd name="csY1" fmla="*/ 368914 h 1917007"/>
              <a:gd name="csX2" fmla="*/ 978907 w 4119394"/>
              <a:gd name="csY2" fmla="*/ 21442 h 1917007"/>
              <a:gd name="csX3" fmla="*/ 2825995 w 4119394"/>
              <a:gd name="csY3" fmla="*/ 64114 h 1917007"/>
              <a:gd name="csX4" fmla="*/ 3795259 w 4119394"/>
              <a:gd name="csY4" fmla="*/ 283570 h 1917007"/>
              <a:gd name="csX5" fmla="*/ 4100059 w 4119394"/>
              <a:gd name="csY5" fmla="*/ 1216258 h 1917007"/>
              <a:gd name="csX6" fmla="*/ 3325867 w 4119394"/>
              <a:gd name="csY6" fmla="*/ 1825858 h 1917007"/>
              <a:gd name="csX7" fmla="*/ 1600699 w 4119394"/>
              <a:gd name="csY7" fmla="*/ 1905106 h 1917007"/>
              <a:gd name="csX8" fmla="*/ 491227 w 4119394"/>
              <a:gd name="csY8" fmla="*/ 1734418 h 1917007"/>
              <a:gd name="csX9" fmla="*/ 15739 w 4119394"/>
              <a:gd name="csY9" fmla="*/ 1057762 h 19170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119394" h="1917007">
                <a:moveTo>
                  <a:pt x="3547" y="844402"/>
                </a:moveTo>
                <a:cubicBezTo>
                  <a:pt x="-4581" y="675238"/>
                  <a:pt x="-12709" y="506074"/>
                  <a:pt x="149851" y="368914"/>
                </a:cubicBezTo>
                <a:cubicBezTo>
                  <a:pt x="312411" y="231754"/>
                  <a:pt x="532883" y="72242"/>
                  <a:pt x="978907" y="21442"/>
                </a:cubicBezTo>
                <a:cubicBezTo>
                  <a:pt x="1424931" y="-29358"/>
                  <a:pt x="2356603" y="20426"/>
                  <a:pt x="2825995" y="64114"/>
                </a:cubicBezTo>
                <a:cubicBezTo>
                  <a:pt x="3295387" y="107802"/>
                  <a:pt x="3582915" y="91546"/>
                  <a:pt x="3795259" y="283570"/>
                </a:cubicBezTo>
                <a:cubicBezTo>
                  <a:pt x="4007603" y="475594"/>
                  <a:pt x="4178291" y="959210"/>
                  <a:pt x="4100059" y="1216258"/>
                </a:cubicBezTo>
                <a:cubicBezTo>
                  <a:pt x="4021827" y="1473306"/>
                  <a:pt x="3742427" y="1711050"/>
                  <a:pt x="3325867" y="1825858"/>
                </a:cubicBezTo>
                <a:cubicBezTo>
                  <a:pt x="2909307" y="1940666"/>
                  <a:pt x="2073139" y="1920346"/>
                  <a:pt x="1600699" y="1905106"/>
                </a:cubicBezTo>
                <a:cubicBezTo>
                  <a:pt x="1128259" y="1889866"/>
                  <a:pt x="755387" y="1875642"/>
                  <a:pt x="491227" y="1734418"/>
                </a:cubicBezTo>
                <a:cubicBezTo>
                  <a:pt x="227067" y="1593194"/>
                  <a:pt x="121403" y="1325478"/>
                  <a:pt x="15739" y="105776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Half Frame 95">
            <a:extLst>
              <a:ext uri="{FF2B5EF4-FFF2-40B4-BE49-F238E27FC236}">
                <a16:creationId xmlns:a16="http://schemas.microsoft.com/office/drawing/2014/main" id="{2366A126-45BD-D963-8A5D-351762F1A09B}"/>
              </a:ext>
            </a:extLst>
          </p:cNvPr>
          <p:cNvSpPr/>
          <p:nvPr/>
        </p:nvSpPr>
        <p:spPr>
          <a:xfrm rot="8584104">
            <a:off x="8032828" y="4114561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7" name="Half Frame 96">
            <a:extLst>
              <a:ext uri="{FF2B5EF4-FFF2-40B4-BE49-F238E27FC236}">
                <a16:creationId xmlns:a16="http://schemas.microsoft.com/office/drawing/2014/main" id="{A4AFF193-691B-1337-92F3-282515512F18}"/>
              </a:ext>
            </a:extLst>
          </p:cNvPr>
          <p:cNvSpPr/>
          <p:nvPr/>
        </p:nvSpPr>
        <p:spPr>
          <a:xfrm rot="8149096">
            <a:off x="9244586" y="4351334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8" name="Half Frame 97">
            <a:extLst>
              <a:ext uri="{FF2B5EF4-FFF2-40B4-BE49-F238E27FC236}">
                <a16:creationId xmlns:a16="http://schemas.microsoft.com/office/drawing/2014/main" id="{9B0416B5-A38B-4FCA-E72F-A5CBB27C1365}"/>
              </a:ext>
            </a:extLst>
          </p:cNvPr>
          <p:cNvSpPr/>
          <p:nvPr/>
        </p:nvSpPr>
        <p:spPr>
          <a:xfrm rot="19142871">
            <a:off x="9407218" y="2471769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9" name="Half Frame 98">
            <a:extLst>
              <a:ext uri="{FF2B5EF4-FFF2-40B4-BE49-F238E27FC236}">
                <a16:creationId xmlns:a16="http://schemas.microsoft.com/office/drawing/2014/main" id="{9EC49351-74C5-37F0-651F-B869637684CD}"/>
              </a:ext>
            </a:extLst>
          </p:cNvPr>
          <p:cNvSpPr/>
          <p:nvPr/>
        </p:nvSpPr>
        <p:spPr>
          <a:xfrm rot="18622359">
            <a:off x="8086672" y="2728627"/>
            <a:ext cx="74914" cy="79559"/>
          </a:xfrm>
          <a:prstGeom prst="halfFram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273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28B299-AAC9-801E-5D24-ACF9BF5B6DE2}"/>
              </a:ext>
            </a:extLst>
          </p:cNvPr>
          <p:cNvSpPr/>
          <p:nvPr/>
        </p:nvSpPr>
        <p:spPr>
          <a:xfrm>
            <a:off x="6473544" y="2170780"/>
            <a:ext cx="4925747" cy="242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23280E-E988-4D70-F1D7-F19D92F9D5EE}"/>
              </a:ext>
            </a:extLst>
          </p:cNvPr>
          <p:cNvSpPr/>
          <p:nvPr/>
        </p:nvSpPr>
        <p:spPr>
          <a:xfrm>
            <a:off x="832355" y="2170780"/>
            <a:ext cx="4925747" cy="242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C2F517-6167-5BA6-9CC9-EF042465EEB2}"/>
              </a:ext>
            </a:extLst>
          </p:cNvPr>
          <p:cNvSpPr/>
          <p:nvPr/>
        </p:nvSpPr>
        <p:spPr>
          <a:xfrm>
            <a:off x="2941189" y="2885169"/>
            <a:ext cx="1087662" cy="10876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59C74D-79E1-0555-3802-A6216F9A498E}"/>
              </a:ext>
            </a:extLst>
          </p:cNvPr>
          <p:cNvSpPr/>
          <p:nvPr/>
        </p:nvSpPr>
        <p:spPr>
          <a:xfrm>
            <a:off x="9600398" y="2885169"/>
            <a:ext cx="1087662" cy="10876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3AC8B9-43E1-6C8C-E813-D20A601240EF}"/>
              </a:ext>
            </a:extLst>
          </p:cNvPr>
          <p:cNvSpPr/>
          <p:nvPr/>
        </p:nvSpPr>
        <p:spPr>
          <a:xfrm>
            <a:off x="7638720" y="2885169"/>
            <a:ext cx="1087662" cy="10876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3060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1E9F0399-1D1E-532D-C5BC-8E051312172C}"/>
              </a:ext>
            </a:extLst>
          </p:cNvPr>
          <p:cNvSpPr/>
          <p:nvPr/>
        </p:nvSpPr>
        <p:spPr>
          <a:xfrm>
            <a:off x="2299335" y="2646045"/>
            <a:ext cx="622935" cy="931545"/>
          </a:xfrm>
          <a:custGeom>
            <a:avLst/>
            <a:gdLst>
              <a:gd name="csX0" fmla="*/ 167640 w 622935"/>
              <a:gd name="csY0" fmla="*/ 0 h 931545"/>
              <a:gd name="csX1" fmla="*/ 622935 w 622935"/>
              <a:gd name="csY1" fmla="*/ 167640 h 931545"/>
              <a:gd name="csX2" fmla="*/ 0 w 622935"/>
              <a:gd name="csY2" fmla="*/ 931545 h 931545"/>
              <a:gd name="csX3" fmla="*/ 167640 w 622935"/>
              <a:gd name="csY3" fmla="*/ 0 h 9315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5" h="931545">
                <a:moveTo>
                  <a:pt x="167640" y="0"/>
                </a:moveTo>
                <a:lnTo>
                  <a:pt x="622935" y="167640"/>
                </a:lnTo>
                <a:lnTo>
                  <a:pt x="0" y="931545"/>
                </a:lnTo>
                <a:lnTo>
                  <a:pt x="167640" y="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9E386A3-E03A-843A-7651-149C6DE5B117}"/>
              </a:ext>
            </a:extLst>
          </p:cNvPr>
          <p:cNvCxnSpPr>
            <a:cxnSpLocks/>
            <a:stCxn id="7" idx="4"/>
            <a:endCxn id="18" idx="0"/>
          </p:cNvCxnSpPr>
          <p:nvPr/>
        </p:nvCxnSpPr>
        <p:spPr>
          <a:xfrm flipH="1">
            <a:off x="2298700" y="2644140"/>
            <a:ext cx="170180" cy="934720"/>
          </a:xfrm>
          <a:prstGeom prst="line">
            <a:avLst/>
          </a:prstGeom>
          <a:ln w="190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BC3CDD30-3A52-6EAA-F6F7-ACBE48FCD2D1}"/>
              </a:ext>
            </a:extLst>
          </p:cNvPr>
          <p:cNvSpPr/>
          <p:nvPr/>
        </p:nvSpPr>
        <p:spPr>
          <a:xfrm>
            <a:off x="1710303" y="2812323"/>
            <a:ext cx="1222492" cy="772204"/>
          </a:xfrm>
          <a:custGeom>
            <a:avLst/>
            <a:gdLst>
              <a:gd name="csX0" fmla="*/ 0 w 1222492"/>
              <a:gd name="csY0" fmla="*/ 0 h 772204"/>
              <a:gd name="csX1" fmla="*/ 1222492 w 1222492"/>
              <a:gd name="csY1" fmla="*/ 1975 h 772204"/>
              <a:gd name="csX2" fmla="*/ 586559 w 1222492"/>
              <a:gd name="csY2" fmla="*/ 772204 h 772204"/>
              <a:gd name="csX3" fmla="*/ 0 w 1222492"/>
              <a:gd name="csY3" fmla="*/ 0 h 7722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22492" h="772204">
                <a:moveTo>
                  <a:pt x="0" y="0"/>
                </a:moveTo>
                <a:lnTo>
                  <a:pt x="1222492" y="1975"/>
                </a:lnTo>
                <a:lnTo>
                  <a:pt x="586559" y="772204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049E0B0E-0F19-0D88-5B18-08A0F4A12637}"/>
              </a:ext>
            </a:extLst>
          </p:cNvPr>
          <p:cNvSpPr/>
          <p:nvPr/>
        </p:nvSpPr>
        <p:spPr>
          <a:xfrm>
            <a:off x="2291715" y="1985010"/>
            <a:ext cx="632460" cy="832485"/>
          </a:xfrm>
          <a:custGeom>
            <a:avLst/>
            <a:gdLst>
              <a:gd name="csX0" fmla="*/ 0 w 632460"/>
              <a:gd name="csY0" fmla="*/ 0 h 832485"/>
              <a:gd name="csX1" fmla="*/ 171450 w 632460"/>
              <a:gd name="csY1" fmla="*/ 659130 h 832485"/>
              <a:gd name="csX2" fmla="*/ 632460 w 632460"/>
              <a:gd name="csY2" fmla="*/ 832485 h 832485"/>
              <a:gd name="csX3" fmla="*/ 0 w 632460"/>
              <a:gd name="csY3" fmla="*/ 0 h 8324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2460" h="832485">
                <a:moveTo>
                  <a:pt x="0" y="0"/>
                </a:moveTo>
                <a:lnTo>
                  <a:pt x="171450" y="659130"/>
                </a:lnTo>
                <a:lnTo>
                  <a:pt x="632460" y="832485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FD2F685C-A021-6579-D18A-F7A9EE14443A}"/>
              </a:ext>
            </a:extLst>
          </p:cNvPr>
          <p:cNvSpPr/>
          <p:nvPr/>
        </p:nvSpPr>
        <p:spPr>
          <a:xfrm>
            <a:off x="1712595" y="1985010"/>
            <a:ext cx="754380" cy="826770"/>
          </a:xfrm>
          <a:custGeom>
            <a:avLst/>
            <a:gdLst>
              <a:gd name="csX0" fmla="*/ 0 w 754380"/>
              <a:gd name="csY0" fmla="*/ 826770 h 826770"/>
              <a:gd name="csX1" fmla="*/ 754380 w 754380"/>
              <a:gd name="csY1" fmla="*/ 659130 h 826770"/>
              <a:gd name="csX2" fmla="*/ 581025 w 754380"/>
              <a:gd name="csY2" fmla="*/ 0 h 826770"/>
              <a:gd name="csX3" fmla="*/ 0 w 754380"/>
              <a:gd name="csY3" fmla="*/ 826770 h 826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4380" h="826770">
                <a:moveTo>
                  <a:pt x="0" y="826770"/>
                </a:moveTo>
                <a:lnTo>
                  <a:pt x="754380" y="659130"/>
                </a:lnTo>
                <a:lnTo>
                  <a:pt x="581025" y="0"/>
                </a:lnTo>
                <a:lnTo>
                  <a:pt x="0" y="82677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47F497-E7B9-D7A4-543F-31D391269C45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V="1">
            <a:off x="2298700" y="2815590"/>
            <a:ext cx="627380" cy="76327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0E8A16-0A4A-4E1D-BF1A-0AA1B81DB5E2}"/>
              </a:ext>
            </a:extLst>
          </p:cNvPr>
          <p:cNvCxnSpPr>
            <a:cxnSpLocks/>
            <a:stCxn id="5" idx="6"/>
            <a:endCxn id="18" idx="0"/>
          </p:cNvCxnSpPr>
          <p:nvPr/>
        </p:nvCxnSpPr>
        <p:spPr>
          <a:xfrm>
            <a:off x="1706880" y="2815590"/>
            <a:ext cx="591820" cy="76327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FE8DC3-6AAA-0C81-2A17-6ACFED18246D}"/>
              </a:ext>
            </a:extLst>
          </p:cNvPr>
          <p:cNvCxnSpPr>
            <a:cxnSpLocks/>
            <a:stCxn id="6" idx="7"/>
          </p:cNvCxnSpPr>
          <p:nvPr/>
        </p:nvCxnSpPr>
        <p:spPr>
          <a:xfrm flipV="1">
            <a:off x="2971609" y="2500631"/>
            <a:ext cx="345631" cy="2961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4C0A066-354B-96B5-984C-86AF5273B728}"/>
              </a:ext>
            </a:extLst>
          </p:cNvPr>
          <p:cNvCxnSpPr>
            <a:cxnSpLocks/>
            <a:stCxn id="7" idx="4"/>
            <a:endCxn id="6" idx="2"/>
          </p:cNvCxnSpPr>
          <p:nvPr/>
        </p:nvCxnSpPr>
        <p:spPr>
          <a:xfrm>
            <a:off x="2468880" y="2644140"/>
            <a:ext cx="457200" cy="171450"/>
          </a:xfrm>
          <a:prstGeom prst="line">
            <a:avLst/>
          </a:prstGeom>
          <a:ln w="190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CAAE110-63FA-D1AC-2738-AF2F0ECF038F}"/>
              </a:ext>
            </a:extLst>
          </p:cNvPr>
          <p:cNvCxnSpPr>
            <a:cxnSpLocks/>
            <a:stCxn id="5" idx="6"/>
            <a:endCxn id="7" idx="4"/>
          </p:cNvCxnSpPr>
          <p:nvPr/>
        </p:nvCxnSpPr>
        <p:spPr>
          <a:xfrm flipV="1">
            <a:off x="1706880" y="2644140"/>
            <a:ext cx="762000" cy="171450"/>
          </a:xfrm>
          <a:prstGeom prst="line">
            <a:avLst/>
          </a:prstGeom>
          <a:ln w="190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83DB63A-5533-6FBD-A647-6914CAC075F9}"/>
              </a:ext>
            </a:extLst>
          </p:cNvPr>
          <p:cNvCxnSpPr>
            <a:cxnSpLocks/>
            <a:stCxn id="17" idx="4"/>
            <a:endCxn id="7" idx="4"/>
          </p:cNvCxnSpPr>
          <p:nvPr/>
        </p:nvCxnSpPr>
        <p:spPr>
          <a:xfrm>
            <a:off x="2294890" y="1973580"/>
            <a:ext cx="173990" cy="670560"/>
          </a:xfrm>
          <a:prstGeom prst="line">
            <a:avLst/>
          </a:prstGeom>
          <a:ln w="1905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2ED9FB5-F182-04C9-F3E4-40D09E7D73D9}"/>
              </a:ext>
            </a:extLst>
          </p:cNvPr>
          <p:cNvSpPr/>
          <p:nvPr/>
        </p:nvSpPr>
        <p:spPr>
          <a:xfrm>
            <a:off x="2442210" y="259080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62314401-E685-0261-7FC8-96CB7C56A9F0}"/>
              </a:ext>
            </a:extLst>
          </p:cNvPr>
          <p:cNvSpPr/>
          <p:nvPr/>
        </p:nvSpPr>
        <p:spPr>
          <a:xfrm>
            <a:off x="1712595" y="1972945"/>
            <a:ext cx="1219200" cy="843280"/>
          </a:xfrm>
          <a:custGeom>
            <a:avLst/>
            <a:gdLst>
              <a:gd name="csX0" fmla="*/ 0 w 1219200"/>
              <a:gd name="csY0" fmla="*/ 840740 h 843280"/>
              <a:gd name="csX1" fmla="*/ 586740 w 1219200"/>
              <a:gd name="csY1" fmla="*/ 0 h 843280"/>
              <a:gd name="csX2" fmla="*/ 1219200 w 1219200"/>
              <a:gd name="csY2" fmla="*/ 843280 h 843280"/>
              <a:gd name="csX3" fmla="*/ 0 w 1219200"/>
              <a:gd name="csY3" fmla="*/ 840740 h 8432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" h="843280">
                <a:moveTo>
                  <a:pt x="0" y="840740"/>
                </a:moveTo>
                <a:lnTo>
                  <a:pt x="586740" y="0"/>
                </a:lnTo>
                <a:lnTo>
                  <a:pt x="1219200" y="843280"/>
                </a:lnTo>
                <a:lnTo>
                  <a:pt x="0" y="84074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CCD9A56-8C8F-CC29-33E2-F53244C2A5C1}"/>
              </a:ext>
            </a:extLst>
          </p:cNvPr>
          <p:cNvCxnSpPr>
            <a:cxnSpLocks/>
            <a:stCxn id="5" idx="6"/>
            <a:endCxn id="17" idx="4"/>
          </p:cNvCxnSpPr>
          <p:nvPr/>
        </p:nvCxnSpPr>
        <p:spPr>
          <a:xfrm flipV="1">
            <a:off x="1706880" y="1973580"/>
            <a:ext cx="588010" cy="84201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610D987-8705-C78E-6E49-9E43DFC30C2C}"/>
              </a:ext>
            </a:extLst>
          </p:cNvPr>
          <p:cNvCxnSpPr>
            <a:cxnSpLocks/>
            <a:stCxn id="17" idx="4"/>
            <a:endCxn id="6" idx="2"/>
          </p:cNvCxnSpPr>
          <p:nvPr/>
        </p:nvCxnSpPr>
        <p:spPr>
          <a:xfrm>
            <a:off x="2294890" y="1973580"/>
            <a:ext cx="631190" cy="84201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61284FD-2FAF-79FE-F742-C5A60496A226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1706880" y="2815590"/>
            <a:ext cx="12192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BD3EEB00-29C4-17C4-571C-8B037524D9B5}"/>
              </a:ext>
            </a:extLst>
          </p:cNvPr>
          <p:cNvSpPr/>
          <p:nvPr/>
        </p:nvSpPr>
        <p:spPr>
          <a:xfrm>
            <a:off x="2926080" y="278892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C1FF95-59AD-1CA5-C8C5-7A610EEA4446}"/>
              </a:ext>
            </a:extLst>
          </p:cNvPr>
          <p:cNvSpPr/>
          <p:nvPr/>
        </p:nvSpPr>
        <p:spPr>
          <a:xfrm>
            <a:off x="1653540" y="278892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7B07495-E957-2DD2-8621-F423020622A4}"/>
              </a:ext>
            </a:extLst>
          </p:cNvPr>
          <p:cNvSpPr/>
          <p:nvPr/>
        </p:nvSpPr>
        <p:spPr>
          <a:xfrm>
            <a:off x="2268220" y="192024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F95BE7-2D37-67CF-8FD0-2D0C78F0B4FA}"/>
              </a:ext>
            </a:extLst>
          </p:cNvPr>
          <p:cNvSpPr/>
          <p:nvPr/>
        </p:nvSpPr>
        <p:spPr>
          <a:xfrm>
            <a:off x="2272030" y="357886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BFD3DE5E-6B8B-728A-3E84-6230189D325F}"/>
              </a:ext>
            </a:extLst>
          </p:cNvPr>
          <p:cNvSpPr/>
          <p:nvPr/>
        </p:nvSpPr>
        <p:spPr>
          <a:xfrm>
            <a:off x="4866674" y="2646045"/>
            <a:ext cx="622935" cy="931545"/>
          </a:xfrm>
          <a:custGeom>
            <a:avLst/>
            <a:gdLst>
              <a:gd name="csX0" fmla="*/ 167640 w 622935"/>
              <a:gd name="csY0" fmla="*/ 0 h 931545"/>
              <a:gd name="csX1" fmla="*/ 622935 w 622935"/>
              <a:gd name="csY1" fmla="*/ 167640 h 931545"/>
              <a:gd name="csX2" fmla="*/ 0 w 622935"/>
              <a:gd name="csY2" fmla="*/ 931545 h 931545"/>
              <a:gd name="csX3" fmla="*/ 167640 w 622935"/>
              <a:gd name="csY3" fmla="*/ 0 h 9315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22935" h="931545">
                <a:moveTo>
                  <a:pt x="167640" y="0"/>
                </a:moveTo>
                <a:lnTo>
                  <a:pt x="622935" y="167640"/>
                </a:lnTo>
                <a:lnTo>
                  <a:pt x="0" y="931545"/>
                </a:lnTo>
                <a:lnTo>
                  <a:pt x="167640" y="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B0BA7FF-C989-9E66-B352-92F4805D4A69}"/>
              </a:ext>
            </a:extLst>
          </p:cNvPr>
          <p:cNvCxnSpPr>
            <a:cxnSpLocks/>
            <a:stCxn id="128" idx="4"/>
            <a:endCxn id="136" idx="0"/>
          </p:cNvCxnSpPr>
          <p:nvPr/>
        </p:nvCxnSpPr>
        <p:spPr>
          <a:xfrm flipH="1">
            <a:off x="4866039" y="2644140"/>
            <a:ext cx="170180" cy="934720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05F3765A-C048-CF84-8CCB-984B574B42F5}"/>
              </a:ext>
            </a:extLst>
          </p:cNvPr>
          <p:cNvSpPr/>
          <p:nvPr/>
        </p:nvSpPr>
        <p:spPr>
          <a:xfrm>
            <a:off x="4279934" y="1985010"/>
            <a:ext cx="754380" cy="826770"/>
          </a:xfrm>
          <a:custGeom>
            <a:avLst/>
            <a:gdLst>
              <a:gd name="csX0" fmla="*/ 0 w 754380"/>
              <a:gd name="csY0" fmla="*/ 826770 h 826770"/>
              <a:gd name="csX1" fmla="*/ 754380 w 754380"/>
              <a:gd name="csY1" fmla="*/ 659130 h 826770"/>
              <a:gd name="csX2" fmla="*/ 581025 w 754380"/>
              <a:gd name="csY2" fmla="*/ 0 h 826770"/>
              <a:gd name="csX3" fmla="*/ 0 w 754380"/>
              <a:gd name="csY3" fmla="*/ 826770 h 826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4380" h="826770">
                <a:moveTo>
                  <a:pt x="0" y="826770"/>
                </a:moveTo>
                <a:lnTo>
                  <a:pt x="754380" y="659130"/>
                </a:lnTo>
                <a:lnTo>
                  <a:pt x="581025" y="0"/>
                </a:lnTo>
                <a:lnTo>
                  <a:pt x="0" y="82677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B0D7F1E-AEA6-C3B5-A1CA-6D7FAD07E0BF}"/>
              </a:ext>
            </a:extLst>
          </p:cNvPr>
          <p:cNvCxnSpPr>
            <a:cxnSpLocks/>
            <a:stCxn id="136" idx="0"/>
            <a:endCxn id="133" idx="2"/>
          </p:cNvCxnSpPr>
          <p:nvPr/>
        </p:nvCxnSpPr>
        <p:spPr>
          <a:xfrm flipV="1">
            <a:off x="4866039" y="2815590"/>
            <a:ext cx="627380" cy="76327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F6D6FE1-2920-81E3-CB9C-224FEF2B91BD}"/>
              </a:ext>
            </a:extLst>
          </p:cNvPr>
          <p:cNvCxnSpPr>
            <a:cxnSpLocks/>
            <a:stCxn id="133" idx="7"/>
          </p:cNvCxnSpPr>
          <p:nvPr/>
        </p:nvCxnSpPr>
        <p:spPr>
          <a:xfrm flipV="1">
            <a:off x="5538948" y="2500631"/>
            <a:ext cx="345631" cy="2961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B19FFA8-9BFB-30F8-0FA0-5A668053BEBA}"/>
              </a:ext>
            </a:extLst>
          </p:cNvPr>
          <p:cNvCxnSpPr>
            <a:cxnSpLocks/>
            <a:stCxn id="128" idx="4"/>
            <a:endCxn id="133" idx="2"/>
          </p:cNvCxnSpPr>
          <p:nvPr/>
        </p:nvCxnSpPr>
        <p:spPr>
          <a:xfrm>
            <a:off x="5036219" y="2644140"/>
            <a:ext cx="457200" cy="171450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1E23844-F387-9DDE-79F6-F7B4DF29A25F}"/>
              </a:ext>
            </a:extLst>
          </p:cNvPr>
          <p:cNvCxnSpPr>
            <a:cxnSpLocks/>
            <a:stCxn id="134" idx="6"/>
            <a:endCxn id="128" idx="4"/>
          </p:cNvCxnSpPr>
          <p:nvPr/>
        </p:nvCxnSpPr>
        <p:spPr>
          <a:xfrm flipV="1">
            <a:off x="4274219" y="2644140"/>
            <a:ext cx="762000" cy="171450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957CDF8E-E45B-7D72-9442-DA27FDE4A86A}"/>
              </a:ext>
            </a:extLst>
          </p:cNvPr>
          <p:cNvCxnSpPr>
            <a:cxnSpLocks/>
            <a:stCxn id="135" idx="4"/>
            <a:endCxn id="128" idx="4"/>
          </p:cNvCxnSpPr>
          <p:nvPr/>
        </p:nvCxnSpPr>
        <p:spPr>
          <a:xfrm>
            <a:off x="4862229" y="1973580"/>
            <a:ext cx="173990" cy="670560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530DDE2F-13DE-1333-7D92-D5A77BF6D04C}"/>
              </a:ext>
            </a:extLst>
          </p:cNvPr>
          <p:cNvSpPr/>
          <p:nvPr/>
        </p:nvSpPr>
        <p:spPr>
          <a:xfrm>
            <a:off x="5009549" y="259080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C94846D-1939-42A8-466D-5D4D02BCE65B}"/>
              </a:ext>
            </a:extLst>
          </p:cNvPr>
          <p:cNvCxnSpPr>
            <a:cxnSpLocks/>
            <a:stCxn id="134" idx="6"/>
            <a:endCxn id="135" idx="4"/>
          </p:cNvCxnSpPr>
          <p:nvPr/>
        </p:nvCxnSpPr>
        <p:spPr>
          <a:xfrm flipV="1">
            <a:off x="4274219" y="1973580"/>
            <a:ext cx="588010" cy="84201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E697C46-367B-4472-6092-801E4EE5CAEB}"/>
              </a:ext>
            </a:extLst>
          </p:cNvPr>
          <p:cNvCxnSpPr>
            <a:cxnSpLocks/>
            <a:stCxn id="134" idx="6"/>
            <a:endCxn id="133" idx="2"/>
          </p:cNvCxnSpPr>
          <p:nvPr/>
        </p:nvCxnSpPr>
        <p:spPr>
          <a:xfrm>
            <a:off x="4274219" y="2815590"/>
            <a:ext cx="12192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3179D2E0-596B-79C8-2E1E-BD0B0F2E296A}"/>
              </a:ext>
            </a:extLst>
          </p:cNvPr>
          <p:cNvSpPr/>
          <p:nvPr/>
        </p:nvSpPr>
        <p:spPr>
          <a:xfrm>
            <a:off x="5493419" y="278892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FC70464-B6ED-AB22-BAD9-950EFC1901EC}"/>
              </a:ext>
            </a:extLst>
          </p:cNvPr>
          <p:cNvSpPr/>
          <p:nvPr/>
        </p:nvSpPr>
        <p:spPr>
          <a:xfrm>
            <a:off x="4220879" y="278892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59477EBC-EFA5-CD56-72EC-DA52E64C393A}"/>
              </a:ext>
            </a:extLst>
          </p:cNvPr>
          <p:cNvSpPr/>
          <p:nvPr/>
        </p:nvSpPr>
        <p:spPr>
          <a:xfrm>
            <a:off x="4835559" y="192024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9331F2B8-2F5F-0777-00D3-33752C940510}"/>
              </a:ext>
            </a:extLst>
          </p:cNvPr>
          <p:cNvSpPr/>
          <p:nvPr/>
        </p:nvSpPr>
        <p:spPr>
          <a:xfrm>
            <a:off x="4839369" y="357886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9D65CBA-9440-CC1E-149A-B24B7DD03CD6}"/>
              </a:ext>
            </a:extLst>
          </p:cNvPr>
          <p:cNvSpPr/>
          <p:nvPr/>
        </p:nvSpPr>
        <p:spPr>
          <a:xfrm>
            <a:off x="3310890" y="2455102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B0326465-9F42-52A5-4C25-42DDFA7891BB}"/>
              </a:ext>
            </a:extLst>
          </p:cNvPr>
          <p:cNvSpPr/>
          <p:nvPr/>
        </p:nvSpPr>
        <p:spPr>
          <a:xfrm>
            <a:off x="5875498" y="2455102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466513F-EDDC-E012-C7E2-B398468690E0}"/>
              </a:ext>
            </a:extLst>
          </p:cNvPr>
          <p:cNvCxnSpPr>
            <a:cxnSpLocks/>
            <a:stCxn id="163" idx="4"/>
            <a:endCxn id="169" idx="0"/>
          </p:cNvCxnSpPr>
          <p:nvPr/>
        </p:nvCxnSpPr>
        <p:spPr>
          <a:xfrm flipH="1">
            <a:off x="7424263" y="2647950"/>
            <a:ext cx="170180" cy="934720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82CA0980-994B-A3FB-81C2-060066329005}"/>
              </a:ext>
            </a:extLst>
          </p:cNvPr>
          <p:cNvSpPr/>
          <p:nvPr/>
        </p:nvSpPr>
        <p:spPr>
          <a:xfrm>
            <a:off x="6838158" y="1988820"/>
            <a:ext cx="754380" cy="826770"/>
          </a:xfrm>
          <a:custGeom>
            <a:avLst/>
            <a:gdLst>
              <a:gd name="csX0" fmla="*/ 0 w 754380"/>
              <a:gd name="csY0" fmla="*/ 826770 h 826770"/>
              <a:gd name="csX1" fmla="*/ 754380 w 754380"/>
              <a:gd name="csY1" fmla="*/ 659130 h 826770"/>
              <a:gd name="csX2" fmla="*/ 581025 w 754380"/>
              <a:gd name="csY2" fmla="*/ 0 h 826770"/>
              <a:gd name="csX3" fmla="*/ 0 w 754380"/>
              <a:gd name="csY3" fmla="*/ 826770 h 826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54380" h="826770">
                <a:moveTo>
                  <a:pt x="0" y="826770"/>
                </a:moveTo>
                <a:lnTo>
                  <a:pt x="754380" y="659130"/>
                </a:lnTo>
                <a:lnTo>
                  <a:pt x="581025" y="0"/>
                </a:lnTo>
                <a:lnTo>
                  <a:pt x="0" y="82677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4C7D0D8-A434-B538-B23F-D97E93135E2B}"/>
              </a:ext>
            </a:extLst>
          </p:cNvPr>
          <p:cNvCxnSpPr>
            <a:cxnSpLocks/>
            <a:stCxn id="166" idx="7"/>
          </p:cNvCxnSpPr>
          <p:nvPr/>
        </p:nvCxnSpPr>
        <p:spPr>
          <a:xfrm flipV="1">
            <a:off x="8097172" y="2504441"/>
            <a:ext cx="345631" cy="2961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A9EC2219-9EB9-D7C4-EAE3-34D993596668}"/>
              </a:ext>
            </a:extLst>
          </p:cNvPr>
          <p:cNvCxnSpPr>
            <a:cxnSpLocks/>
            <a:stCxn id="167" idx="6"/>
            <a:endCxn id="163" idx="4"/>
          </p:cNvCxnSpPr>
          <p:nvPr/>
        </p:nvCxnSpPr>
        <p:spPr>
          <a:xfrm flipV="1">
            <a:off x="6832443" y="2647950"/>
            <a:ext cx="762000" cy="171450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90DF7F6E-3A03-774F-FF36-F617D57E9C38}"/>
              </a:ext>
            </a:extLst>
          </p:cNvPr>
          <p:cNvCxnSpPr>
            <a:cxnSpLocks/>
            <a:stCxn id="168" idx="4"/>
            <a:endCxn id="163" idx="4"/>
          </p:cNvCxnSpPr>
          <p:nvPr/>
        </p:nvCxnSpPr>
        <p:spPr>
          <a:xfrm>
            <a:off x="7420453" y="1977390"/>
            <a:ext cx="173990" cy="670560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23002D2B-E023-2D7A-1F82-430C7CAC7277}"/>
              </a:ext>
            </a:extLst>
          </p:cNvPr>
          <p:cNvSpPr/>
          <p:nvPr/>
        </p:nvSpPr>
        <p:spPr>
          <a:xfrm>
            <a:off x="7567773" y="259461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B722765B-A05F-903A-3C80-0001788335CE}"/>
              </a:ext>
            </a:extLst>
          </p:cNvPr>
          <p:cNvCxnSpPr>
            <a:cxnSpLocks/>
            <a:stCxn id="167" idx="6"/>
            <a:endCxn id="168" idx="4"/>
          </p:cNvCxnSpPr>
          <p:nvPr/>
        </p:nvCxnSpPr>
        <p:spPr>
          <a:xfrm flipV="1">
            <a:off x="6832443" y="1977390"/>
            <a:ext cx="588010" cy="84201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E9936285-F3A8-08F5-F3E9-00A63BC643BD}"/>
              </a:ext>
            </a:extLst>
          </p:cNvPr>
          <p:cNvSpPr/>
          <p:nvPr/>
        </p:nvSpPr>
        <p:spPr>
          <a:xfrm>
            <a:off x="8051643" y="279273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A4AD5EF7-E758-AD2A-A745-549CEC9AEFF2}"/>
              </a:ext>
            </a:extLst>
          </p:cNvPr>
          <p:cNvSpPr/>
          <p:nvPr/>
        </p:nvSpPr>
        <p:spPr>
          <a:xfrm>
            <a:off x="6779103" y="279273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270BE8FB-8A5D-1CBA-89DC-8773E6B737DB}"/>
              </a:ext>
            </a:extLst>
          </p:cNvPr>
          <p:cNvSpPr/>
          <p:nvPr/>
        </p:nvSpPr>
        <p:spPr>
          <a:xfrm>
            <a:off x="7393783" y="192405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35E2E4A2-0D79-D2CE-D688-54DB39E0902D}"/>
              </a:ext>
            </a:extLst>
          </p:cNvPr>
          <p:cNvSpPr/>
          <p:nvPr/>
        </p:nvSpPr>
        <p:spPr>
          <a:xfrm>
            <a:off x="7397593" y="358267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56C4AB9-6BD1-AB4F-DCA5-945E78CE4749}"/>
              </a:ext>
            </a:extLst>
          </p:cNvPr>
          <p:cNvSpPr/>
          <p:nvPr/>
        </p:nvSpPr>
        <p:spPr>
          <a:xfrm>
            <a:off x="8433722" y="2458912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7D439ED-4EF5-F8A6-F12D-5C82FE577E6A}"/>
              </a:ext>
            </a:extLst>
          </p:cNvPr>
          <p:cNvSpPr txBox="1"/>
          <p:nvPr/>
        </p:nvSpPr>
        <p:spPr>
          <a:xfrm>
            <a:off x="2290229" y="384394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2C90B0A-B64E-A198-6E87-0610AC508140}"/>
              </a:ext>
            </a:extLst>
          </p:cNvPr>
          <p:cNvSpPr txBox="1"/>
          <p:nvPr/>
        </p:nvSpPr>
        <p:spPr>
          <a:xfrm>
            <a:off x="7393783" y="38407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5466E42-136D-DBA3-96C7-B30797DC4BB3}"/>
              </a:ext>
            </a:extLst>
          </p:cNvPr>
          <p:cNvSpPr txBox="1"/>
          <p:nvPr/>
        </p:nvSpPr>
        <p:spPr>
          <a:xfrm>
            <a:off x="4835559" y="384394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00744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1DBAA2-10B3-3C40-E82C-429EB62B1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656" y="1470512"/>
            <a:ext cx="3711262" cy="3414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0838DF-B26D-1EC4-2E65-B76C66B13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031" y="1470512"/>
            <a:ext cx="3711262" cy="3414056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33AB30-1F2A-E691-97F5-210E5F99540E}"/>
              </a:ext>
            </a:extLst>
          </p:cNvPr>
          <p:cNvSpPr/>
          <p:nvPr/>
        </p:nvSpPr>
        <p:spPr>
          <a:xfrm>
            <a:off x="3363747" y="2453640"/>
            <a:ext cx="518160" cy="1234440"/>
          </a:xfrm>
          <a:custGeom>
            <a:avLst/>
            <a:gdLst>
              <a:gd name="csX0" fmla="*/ 0 w 518160"/>
              <a:gd name="csY0" fmla="*/ 1234440 h 1234440"/>
              <a:gd name="csX1" fmla="*/ 518160 w 518160"/>
              <a:gd name="csY1" fmla="*/ 723900 h 1234440"/>
              <a:gd name="csX2" fmla="*/ 518160 w 518160"/>
              <a:gd name="csY2" fmla="*/ 0 h 1234440"/>
              <a:gd name="csX3" fmla="*/ 0 w 518160"/>
              <a:gd name="csY3" fmla="*/ 1234440 h 1234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18160" h="1234440">
                <a:moveTo>
                  <a:pt x="0" y="1234440"/>
                </a:moveTo>
                <a:lnTo>
                  <a:pt x="518160" y="723900"/>
                </a:lnTo>
                <a:lnTo>
                  <a:pt x="518160" y="0"/>
                </a:lnTo>
                <a:lnTo>
                  <a:pt x="0" y="1234440"/>
                </a:lnTo>
                <a:close/>
              </a:path>
            </a:pathLst>
          </a:custGeom>
          <a:solidFill>
            <a:srgbClr val="7030A0">
              <a:alpha val="60000"/>
            </a:srgbClr>
          </a:solidFill>
          <a:ln w="28575">
            <a:solidFill>
              <a:srgbClr val="66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8C2DF6-06AF-F248-9514-E3CE29CACFFD}"/>
              </a:ext>
            </a:extLst>
          </p:cNvPr>
          <p:cNvSpPr/>
          <p:nvPr/>
        </p:nvSpPr>
        <p:spPr>
          <a:xfrm>
            <a:off x="3879367" y="2451100"/>
            <a:ext cx="726440" cy="726440"/>
          </a:xfrm>
          <a:custGeom>
            <a:avLst/>
            <a:gdLst>
              <a:gd name="csX0" fmla="*/ 2540 w 726440"/>
              <a:gd name="csY0" fmla="*/ 726440 h 726440"/>
              <a:gd name="csX1" fmla="*/ 726440 w 726440"/>
              <a:gd name="csY1" fmla="*/ 726440 h 726440"/>
              <a:gd name="csX2" fmla="*/ 0 w 726440"/>
              <a:gd name="csY2" fmla="*/ 0 h 726440"/>
              <a:gd name="csX3" fmla="*/ 2540 w 726440"/>
              <a:gd name="csY3" fmla="*/ 726440 h 726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6440" h="726440">
                <a:moveTo>
                  <a:pt x="2540" y="726440"/>
                </a:moveTo>
                <a:lnTo>
                  <a:pt x="726440" y="726440"/>
                </a:lnTo>
                <a:lnTo>
                  <a:pt x="0" y="0"/>
                </a:lnTo>
                <a:cubicBezTo>
                  <a:pt x="847" y="242147"/>
                  <a:pt x="1693" y="484293"/>
                  <a:pt x="2540" y="726440"/>
                </a:cubicBezTo>
                <a:close/>
              </a:path>
            </a:pathLst>
          </a:custGeom>
          <a:solidFill>
            <a:srgbClr val="7030A0">
              <a:alpha val="60000"/>
            </a:srgbClr>
          </a:solidFill>
          <a:ln w="28575">
            <a:solidFill>
              <a:srgbClr val="66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9D854F-981B-D643-540F-C485502909F4}"/>
              </a:ext>
            </a:extLst>
          </p:cNvPr>
          <p:cNvSpPr/>
          <p:nvPr/>
        </p:nvSpPr>
        <p:spPr>
          <a:xfrm>
            <a:off x="3855237" y="239903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8098DF-5B63-3F96-95BE-EEEA7585D62E}"/>
              </a:ext>
            </a:extLst>
          </p:cNvPr>
          <p:cNvSpPr/>
          <p:nvPr/>
        </p:nvSpPr>
        <p:spPr>
          <a:xfrm>
            <a:off x="3337077" y="366141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8CA3F6-110E-47AC-D766-A30EA5AB104C}"/>
              </a:ext>
            </a:extLst>
          </p:cNvPr>
          <p:cNvSpPr/>
          <p:nvPr/>
        </p:nvSpPr>
        <p:spPr>
          <a:xfrm>
            <a:off x="3855237" y="315087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6DF36FB-305A-9ABE-5462-5B7AD0817707}"/>
              </a:ext>
            </a:extLst>
          </p:cNvPr>
          <p:cNvSpPr/>
          <p:nvPr/>
        </p:nvSpPr>
        <p:spPr>
          <a:xfrm>
            <a:off x="4576597" y="315087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1606346-EEDC-B13A-5881-16FFFC121E97}"/>
              </a:ext>
            </a:extLst>
          </p:cNvPr>
          <p:cNvSpPr/>
          <p:nvPr/>
        </p:nvSpPr>
        <p:spPr>
          <a:xfrm>
            <a:off x="8202930" y="3173730"/>
            <a:ext cx="1238250" cy="510540"/>
          </a:xfrm>
          <a:custGeom>
            <a:avLst/>
            <a:gdLst>
              <a:gd name="csX0" fmla="*/ 510540 w 1238250"/>
              <a:gd name="csY0" fmla="*/ 3810 h 510540"/>
              <a:gd name="csX1" fmla="*/ 0 w 1238250"/>
              <a:gd name="csY1" fmla="*/ 510540 h 510540"/>
              <a:gd name="csX2" fmla="*/ 1238250 w 1238250"/>
              <a:gd name="csY2" fmla="*/ 0 h 510540"/>
              <a:gd name="csX3" fmla="*/ 510540 w 1238250"/>
              <a:gd name="csY3" fmla="*/ 3810 h 5105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8250" h="510540">
                <a:moveTo>
                  <a:pt x="510540" y="3810"/>
                </a:moveTo>
                <a:lnTo>
                  <a:pt x="0" y="510540"/>
                </a:lnTo>
                <a:lnTo>
                  <a:pt x="1238250" y="0"/>
                </a:lnTo>
                <a:lnTo>
                  <a:pt x="510540" y="3810"/>
                </a:lnTo>
                <a:close/>
              </a:path>
            </a:pathLst>
          </a:custGeom>
          <a:solidFill>
            <a:srgbClr val="7030A0">
              <a:alpha val="60000"/>
            </a:srgbClr>
          </a:solidFill>
          <a:ln w="28575">
            <a:solidFill>
              <a:srgbClr val="66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92C2B3-C730-CB24-152A-2BED86C3C856}"/>
              </a:ext>
            </a:extLst>
          </p:cNvPr>
          <p:cNvSpPr/>
          <p:nvPr/>
        </p:nvSpPr>
        <p:spPr>
          <a:xfrm>
            <a:off x="8717280" y="2655570"/>
            <a:ext cx="723900" cy="521970"/>
          </a:xfrm>
          <a:custGeom>
            <a:avLst/>
            <a:gdLst>
              <a:gd name="csX0" fmla="*/ 0 w 723900"/>
              <a:gd name="csY0" fmla="*/ 521970 h 521970"/>
              <a:gd name="csX1" fmla="*/ 723900 w 723900"/>
              <a:gd name="csY1" fmla="*/ 521970 h 521970"/>
              <a:gd name="csX2" fmla="*/ 521970 w 723900"/>
              <a:gd name="csY2" fmla="*/ 0 h 521970"/>
              <a:gd name="csX3" fmla="*/ 0 w 723900"/>
              <a:gd name="csY3" fmla="*/ 521970 h 521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3900" h="521970">
                <a:moveTo>
                  <a:pt x="0" y="521970"/>
                </a:moveTo>
                <a:lnTo>
                  <a:pt x="723900" y="521970"/>
                </a:lnTo>
                <a:lnTo>
                  <a:pt x="521970" y="0"/>
                </a:lnTo>
                <a:lnTo>
                  <a:pt x="0" y="521970"/>
                </a:lnTo>
                <a:close/>
              </a:path>
            </a:pathLst>
          </a:custGeom>
          <a:solidFill>
            <a:srgbClr val="7030A0">
              <a:alpha val="60000"/>
            </a:srgbClr>
          </a:solidFill>
          <a:ln w="28575">
            <a:solidFill>
              <a:srgbClr val="66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8D3C333-FD5F-A5AA-9CAB-6666A05B67B0}"/>
              </a:ext>
            </a:extLst>
          </p:cNvPr>
          <p:cNvSpPr/>
          <p:nvPr/>
        </p:nvSpPr>
        <p:spPr>
          <a:xfrm>
            <a:off x="8176260" y="366141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F5B8B2A-D1F3-E618-E620-19CEFA897ABB}"/>
              </a:ext>
            </a:extLst>
          </p:cNvPr>
          <p:cNvSpPr/>
          <p:nvPr/>
        </p:nvSpPr>
        <p:spPr>
          <a:xfrm>
            <a:off x="9418320" y="314325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ABC64E-AF66-9092-EDE1-B6B33BC44B1C}"/>
              </a:ext>
            </a:extLst>
          </p:cNvPr>
          <p:cNvSpPr/>
          <p:nvPr/>
        </p:nvSpPr>
        <p:spPr>
          <a:xfrm>
            <a:off x="9208770" y="262509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D91045D-586D-5718-EB33-220E806C9304}"/>
              </a:ext>
            </a:extLst>
          </p:cNvPr>
          <p:cNvSpPr/>
          <p:nvPr/>
        </p:nvSpPr>
        <p:spPr>
          <a:xfrm>
            <a:off x="8690610" y="314706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66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3A71C41-B076-F362-766B-E9BDE8B128D9}"/>
              </a:ext>
            </a:extLst>
          </p:cNvPr>
          <p:cNvSpPr/>
          <p:nvPr/>
        </p:nvSpPr>
        <p:spPr>
          <a:xfrm>
            <a:off x="2075815" y="4045626"/>
            <a:ext cx="1426210" cy="304800"/>
          </a:xfrm>
          <a:prstGeom prst="ellipse">
            <a:avLst/>
          </a:prstGeom>
          <a:noFill/>
          <a:ln w="38100">
            <a:solidFill>
              <a:srgbClr val="66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5128F0-E64C-D547-575B-09D655D9B866}"/>
              </a:ext>
            </a:extLst>
          </p:cNvPr>
          <p:cNvSpPr/>
          <p:nvPr/>
        </p:nvSpPr>
        <p:spPr>
          <a:xfrm>
            <a:off x="1720215" y="3973236"/>
            <a:ext cx="2186940" cy="224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9A9E44-E31A-3F94-3403-B12ED21BF3BF}"/>
              </a:ext>
            </a:extLst>
          </p:cNvPr>
          <p:cNvSpPr/>
          <p:nvPr/>
        </p:nvSpPr>
        <p:spPr>
          <a:xfrm>
            <a:off x="2075815" y="4045626"/>
            <a:ext cx="1426210" cy="304800"/>
          </a:xfrm>
          <a:prstGeom prst="ellipse">
            <a:avLst/>
          </a:prstGeom>
          <a:noFill/>
          <a:ln w="38100">
            <a:solidFill>
              <a:srgbClr val="6600C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C59751-F7F3-AB8A-052B-0547F7266056}"/>
              </a:ext>
            </a:extLst>
          </p:cNvPr>
          <p:cNvSpPr/>
          <p:nvPr/>
        </p:nvSpPr>
        <p:spPr>
          <a:xfrm>
            <a:off x="1866900" y="3089910"/>
            <a:ext cx="1912620" cy="304800"/>
          </a:xfrm>
          <a:prstGeom prst="ellipse">
            <a:avLst/>
          </a:prstGeom>
          <a:noFill/>
          <a:ln w="38100">
            <a:solidFill>
              <a:srgbClr val="66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90DB46-53D7-34E5-7E70-DD628B1A210F}"/>
              </a:ext>
            </a:extLst>
          </p:cNvPr>
          <p:cNvSpPr/>
          <p:nvPr/>
        </p:nvSpPr>
        <p:spPr>
          <a:xfrm>
            <a:off x="1706880" y="3017520"/>
            <a:ext cx="2186940" cy="2247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FC0A7E-028A-CC4B-33CA-DBA0A95F7E6A}"/>
              </a:ext>
            </a:extLst>
          </p:cNvPr>
          <p:cNvSpPr/>
          <p:nvPr/>
        </p:nvSpPr>
        <p:spPr>
          <a:xfrm>
            <a:off x="1865624" y="3089910"/>
            <a:ext cx="1912620" cy="304800"/>
          </a:xfrm>
          <a:prstGeom prst="ellipse">
            <a:avLst/>
          </a:prstGeom>
          <a:noFill/>
          <a:ln w="38100">
            <a:solidFill>
              <a:srgbClr val="6600C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308DC37-FA84-0931-7C50-ADC48582CA26}"/>
              </a:ext>
            </a:extLst>
          </p:cNvPr>
          <p:cNvSpPr/>
          <p:nvPr/>
        </p:nvSpPr>
        <p:spPr>
          <a:xfrm>
            <a:off x="1852926" y="2319876"/>
            <a:ext cx="1948176" cy="2643366"/>
          </a:xfrm>
          <a:custGeom>
            <a:avLst/>
            <a:gdLst>
              <a:gd name="csX0" fmla="*/ 854714 w 1948176"/>
              <a:gd name="csY0" fmla="*/ 3274963 h 3275045"/>
              <a:gd name="csX1" fmla="*/ 163834 w 1948176"/>
              <a:gd name="csY1" fmla="*/ 2228483 h 3275045"/>
              <a:gd name="csX2" fmla="*/ 21594 w 1948176"/>
              <a:gd name="csY2" fmla="*/ 795923 h 3275045"/>
              <a:gd name="csX3" fmla="*/ 509274 w 1948176"/>
              <a:gd name="csY3" fmla="*/ 94883 h 3275045"/>
              <a:gd name="csX4" fmla="*/ 1342394 w 1948176"/>
              <a:gd name="csY4" fmla="*/ 74563 h 3275045"/>
              <a:gd name="csX5" fmla="*/ 1921514 w 1948176"/>
              <a:gd name="csY5" fmla="*/ 724803 h 3275045"/>
              <a:gd name="csX6" fmla="*/ 1748794 w 1948176"/>
              <a:gd name="csY6" fmla="*/ 2177683 h 3275045"/>
              <a:gd name="csX7" fmla="*/ 854714 w 1948176"/>
              <a:gd name="csY7" fmla="*/ 3274963 h 32750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948176" h="3275045">
                <a:moveTo>
                  <a:pt x="854714" y="3274963"/>
                </a:moveTo>
                <a:cubicBezTo>
                  <a:pt x="590554" y="3283430"/>
                  <a:pt x="302687" y="2641656"/>
                  <a:pt x="163834" y="2228483"/>
                </a:cubicBezTo>
                <a:cubicBezTo>
                  <a:pt x="24981" y="1815310"/>
                  <a:pt x="-35979" y="1151523"/>
                  <a:pt x="21594" y="795923"/>
                </a:cubicBezTo>
                <a:cubicBezTo>
                  <a:pt x="79167" y="440323"/>
                  <a:pt x="289141" y="215110"/>
                  <a:pt x="509274" y="94883"/>
                </a:cubicBezTo>
                <a:cubicBezTo>
                  <a:pt x="729407" y="-25344"/>
                  <a:pt x="1107021" y="-30424"/>
                  <a:pt x="1342394" y="74563"/>
                </a:cubicBezTo>
                <a:cubicBezTo>
                  <a:pt x="1577767" y="179550"/>
                  <a:pt x="1853781" y="374283"/>
                  <a:pt x="1921514" y="724803"/>
                </a:cubicBezTo>
                <a:cubicBezTo>
                  <a:pt x="1989247" y="1075323"/>
                  <a:pt x="1926594" y="1752656"/>
                  <a:pt x="1748794" y="2177683"/>
                </a:cubicBezTo>
                <a:cubicBezTo>
                  <a:pt x="1570994" y="2602710"/>
                  <a:pt x="1118874" y="3266496"/>
                  <a:pt x="854714" y="3274963"/>
                </a:cubicBezTo>
                <a:close/>
              </a:path>
            </a:pathLst>
          </a:custGeom>
          <a:solidFill>
            <a:srgbClr val="FF00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27D21A-FFB8-1E7B-AE7B-823676004C7D}"/>
              </a:ext>
            </a:extLst>
          </p:cNvPr>
          <p:cNvSpPr/>
          <p:nvPr/>
        </p:nvSpPr>
        <p:spPr>
          <a:xfrm>
            <a:off x="2649220" y="4904822"/>
            <a:ext cx="116840" cy="1168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AB3CAC-A10B-510B-BDC9-5959858FE30A}"/>
              </a:ext>
            </a:extLst>
          </p:cNvPr>
          <p:cNvSpPr/>
          <p:nvPr/>
        </p:nvSpPr>
        <p:spPr>
          <a:xfrm>
            <a:off x="6308852" y="2863556"/>
            <a:ext cx="1793748" cy="1700824"/>
          </a:xfrm>
          <a:prstGeom prst="rect">
            <a:avLst/>
          </a:prstGeom>
          <a:solidFill>
            <a:srgbClr val="FF00FF">
              <a:alpha val="60000"/>
            </a:srgbClr>
          </a:solidFill>
          <a:ln w="57150">
            <a:solidFill>
              <a:srgbClr val="66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C7EBCD-8381-5ADB-8475-E99508408D17}"/>
              </a:ext>
            </a:extLst>
          </p:cNvPr>
          <p:cNvSpPr/>
          <p:nvPr/>
        </p:nvSpPr>
        <p:spPr>
          <a:xfrm>
            <a:off x="6259773" y="4511717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D80415-91D9-4D3E-B267-CB0553A9F469}"/>
              </a:ext>
            </a:extLst>
          </p:cNvPr>
          <p:cNvSpPr/>
          <p:nvPr/>
        </p:nvSpPr>
        <p:spPr>
          <a:xfrm>
            <a:off x="6259773" y="2823145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F9BE74A-B09C-7D41-96AA-0F06D211901B}"/>
              </a:ext>
            </a:extLst>
          </p:cNvPr>
          <p:cNvSpPr/>
          <p:nvPr/>
        </p:nvSpPr>
        <p:spPr>
          <a:xfrm>
            <a:off x="8053519" y="4511717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1D500BD-AF14-9EB6-7F24-C4F6A73A7540}"/>
              </a:ext>
            </a:extLst>
          </p:cNvPr>
          <p:cNvSpPr/>
          <p:nvPr/>
        </p:nvSpPr>
        <p:spPr>
          <a:xfrm>
            <a:off x="8053520" y="2813732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41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9C5DDEB-6CA5-DA7F-147D-C88BFCBC2FCD}"/>
              </a:ext>
            </a:extLst>
          </p:cNvPr>
          <p:cNvSpPr/>
          <p:nvPr/>
        </p:nvSpPr>
        <p:spPr>
          <a:xfrm>
            <a:off x="873995" y="3794555"/>
            <a:ext cx="818121" cy="1304893"/>
          </a:xfrm>
          <a:custGeom>
            <a:avLst/>
            <a:gdLst>
              <a:gd name="csX0" fmla="*/ 489290 w 2007857"/>
              <a:gd name="csY0" fmla="*/ 2764188 h 3202507"/>
              <a:gd name="csX1" fmla="*/ 15464 w 2007857"/>
              <a:gd name="csY1" fmla="*/ 1733410 h 3202507"/>
              <a:gd name="csX2" fmla="*/ 239908 w 2007857"/>
              <a:gd name="csY2" fmla="*/ 395061 h 3202507"/>
              <a:gd name="csX3" fmla="*/ 1420315 w 2007857"/>
              <a:gd name="csY3" fmla="*/ 20988 h 3202507"/>
              <a:gd name="csX4" fmla="*/ 1478504 w 2007857"/>
              <a:gd name="csY4" fmla="*/ 893824 h 3202507"/>
              <a:gd name="csX5" fmla="*/ 1412003 w 2007857"/>
              <a:gd name="csY5" fmla="*/ 1866413 h 3202507"/>
              <a:gd name="csX6" fmla="*/ 1985581 w 2007857"/>
              <a:gd name="csY6" fmla="*/ 2489868 h 3202507"/>
              <a:gd name="csX7" fmla="*/ 1752824 w 2007857"/>
              <a:gd name="csY7" fmla="*/ 3196450 h 3202507"/>
              <a:gd name="csX8" fmla="*/ 489290 w 2007857"/>
              <a:gd name="csY8" fmla="*/ 2764188 h 3202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7857" h="3202507">
                <a:moveTo>
                  <a:pt x="489290" y="2764188"/>
                </a:moveTo>
                <a:cubicBezTo>
                  <a:pt x="199730" y="2520348"/>
                  <a:pt x="57028" y="2128264"/>
                  <a:pt x="15464" y="1733410"/>
                </a:cubicBezTo>
                <a:cubicBezTo>
                  <a:pt x="-26100" y="1338556"/>
                  <a:pt x="5766" y="680465"/>
                  <a:pt x="239908" y="395061"/>
                </a:cubicBezTo>
                <a:cubicBezTo>
                  <a:pt x="474050" y="109657"/>
                  <a:pt x="1213882" y="-62139"/>
                  <a:pt x="1420315" y="20988"/>
                </a:cubicBezTo>
                <a:cubicBezTo>
                  <a:pt x="1626748" y="104115"/>
                  <a:pt x="1479889" y="586253"/>
                  <a:pt x="1478504" y="893824"/>
                </a:cubicBezTo>
                <a:cubicBezTo>
                  <a:pt x="1477119" y="1201395"/>
                  <a:pt x="1327490" y="1600406"/>
                  <a:pt x="1412003" y="1866413"/>
                </a:cubicBezTo>
                <a:cubicBezTo>
                  <a:pt x="1496516" y="2132420"/>
                  <a:pt x="1928778" y="2268195"/>
                  <a:pt x="1985581" y="2489868"/>
                </a:cubicBezTo>
                <a:cubicBezTo>
                  <a:pt x="2042384" y="2711541"/>
                  <a:pt x="1999435" y="3149345"/>
                  <a:pt x="1752824" y="3196450"/>
                </a:cubicBezTo>
                <a:cubicBezTo>
                  <a:pt x="1506213" y="3243555"/>
                  <a:pt x="778850" y="3008028"/>
                  <a:pt x="489290" y="276418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279B156-4E83-5B69-E857-0DEDAED61C60}"/>
              </a:ext>
            </a:extLst>
          </p:cNvPr>
          <p:cNvSpPr/>
          <p:nvPr/>
        </p:nvSpPr>
        <p:spPr>
          <a:xfrm>
            <a:off x="801600" y="3061496"/>
            <a:ext cx="2980687" cy="1027937"/>
          </a:xfrm>
          <a:custGeom>
            <a:avLst/>
            <a:gdLst>
              <a:gd name="csX0" fmla="*/ 3022252 w 7315288"/>
              <a:gd name="csY0" fmla="*/ 518029 h 2522791"/>
              <a:gd name="csX1" fmla="*/ 1176827 w 7315288"/>
              <a:gd name="csY1" fmla="*/ 10953 h 2522791"/>
              <a:gd name="csX2" fmla="*/ 13045 w 7315288"/>
              <a:gd name="csY2" fmla="*/ 1050043 h 2522791"/>
              <a:gd name="csX3" fmla="*/ 719627 w 7315288"/>
              <a:gd name="csY3" fmla="*/ 2272014 h 2522791"/>
              <a:gd name="csX4" fmla="*/ 3146943 w 7315288"/>
              <a:gd name="csY4" fmla="*/ 2463207 h 2522791"/>
              <a:gd name="csX5" fmla="*/ 5366441 w 7315288"/>
              <a:gd name="csY5" fmla="*/ 1507243 h 2522791"/>
              <a:gd name="csX6" fmla="*/ 6397219 w 7315288"/>
              <a:gd name="csY6" fmla="*/ 1939505 h 2522791"/>
              <a:gd name="csX7" fmla="*/ 7311619 w 7315288"/>
              <a:gd name="csY7" fmla="*/ 1324363 h 2522791"/>
              <a:gd name="csX8" fmla="*/ 6048085 w 7315288"/>
              <a:gd name="csY8" fmla="*/ 252022 h 2522791"/>
              <a:gd name="csX9" fmla="*/ 4127845 w 7315288"/>
              <a:gd name="csY9" fmla="*/ 601156 h 2522791"/>
              <a:gd name="csX10" fmla="*/ 3545954 w 7315288"/>
              <a:gd name="csY10" fmla="*/ 734160 h 2522791"/>
              <a:gd name="csX11" fmla="*/ 3022252 w 7315288"/>
              <a:gd name="csY11" fmla="*/ 518029 h 2522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315288" h="2522791">
                <a:moveTo>
                  <a:pt x="3022252" y="518029"/>
                </a:moveTo>
                <a:cubicBezTo>
                  <a:pt x="2627397" y="397494"/>
                  <a:pt x="1678361" y="-77716"/>
                  <a:pt x="1176827" y="10953"/>
                </a:cubicBezTo>
                <a:cubicBezTo>
                  <a:pt x="675293" y="99622"/>
                  <a:pt x="89245" y="673200"/>
                  <a:pt x="13045" y="1050043"/>
                </a:cubicBezTo>
                <a:cubicBezTo>
                  <a:pt x="-63155" y="1426887"/>
                  <a:pt x="197311" y="2036487"/>
                  <a:pt x="719627" y="2272014"/>
                </a:cubicBezTo>
                <a:cubicBezTo>
                  <a:pt x="1241943" y="2507541"/>
                  <a:pt x="2372474" y="2590669"/>
                  <a:pt x="3146943" y="2463207"/>
                </a:cubicBezTo>
                <a:cubicBezTo>
                  <a:pt x="3921412" y="2335745"/>
                  <a:pt x="4824728" y="1594527"/>
                  <a:pt x="5366441" y="1507243"/>
                </a:cubicBezTo>
                <a:cubicBezTo>
                  <a:pt x="5908154" y="1419959"/>
                  <a:pt x="6073023" y="1969985"/>
                  <a:pt x="6397219" y="1939505"/>
                </a:cubicBezTo>
                <a:cubicBezTo>
                  <a:pt x="6721415" y="1909025"/>
                  <a:pt x="7369808" y="1605610"/>
                  <a:pt x="7311619" y="1324363"/>
                </a:cubicBezTo>
                <a:cubicBezTo>
                  <a:pt x="7253430" y="1043116"/>
                  <a:pt x="6578714" y="372556"/>
                  <a:pt x="6048085" y="252022"/>
                </a:cubicBezTo>
                <a:cubicBezTo>
                  <a:pt x="5517456" y="131487"/>
                  <a:pt x="4544867" y="520800"/>
                  <a:pt x="4127845" y="601156"/>
                </a:cubicBezTo>
                <a:cubicBezTo>
                  <a:pt x="3710823" y="681512"/>
                  <a:pt x="3734376" y="748015"/>
                  <a:pt x="3545954" y="734160"/>
                </a:cubicBezTo>
                <a:cubicBezTo>
                  <a:pt x="3357532" y="720306"/>
                  <a:pt x="3417107" y="638564"/>
                  <a:pt x="3022252" y="51802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5C84818-A012-0983-1792-C9B87036C505}"/>
              </a:ext>
            </a:extLst>
          </p:cNvPr>
          <p:cNvSpPr/>
          <p:nvPr/>
        </p:nvSpPr>
        <p:spPr>
          <a:xfrm>
            <a:off x="1540683" y="3796504"/>
            <a:ext cx="536355" cy="1302944"/>
          </a:xfrm>
          <a:custGeom>
            <a:avLst/>
            <a:gdLst>
              <a:gd name="csX0" fmla="*/ 5482 w 1316340"/>
              <a:gd name="csY0" fmla="*/ 2101107 h 3197728"/>
              <a:gd name="csX1" fmla="*/ 329679 w 1316340"/>
              <a:gd name="csY1" fmla="*/ 845885 h 3197728"/>
              <a:gd name="csX2" fmla="*/ 894944 w 1316340"/>
              <a:gd name="csY2" fmla="*/ 6299 h 3197728"/>
              <a:gd name="csX3" fmla="*/ 1310581 w 1316340"/>
              <a:gd name="csY3" fmla="*/ 1278147 h 3197728"/>
              <a:gd name="csX4" fmla="*/ 587373 w 1316340"/>
              <a:gd name="csY4" fmla="*/ 3181761 h 3197728"/>
              <a:gd name="csX5" fmla="*/ 5482 w 1316340"/>
              <a:gd name="csY5" fmla="*/ 2101107 h 319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316340" h="3197728">
                <a:moveTo>
                  <a:pt x="5482" y="2101107"/>
                </a:moveTo>
                <a:cubicBezTo>
                  <a:pt x="-37467" y="1711794"/>
                  <a:pt x="181435" y="1195020"/>
                  <a:pt x="329679" y="845885"/>
                </a:cubicBezTo>
                <a:cubicBezTo>
                  <a:pt x="477923" y="496750"/>
                  <a:pt x="731460" y="-65745"/>
                  <a:pt x="894944" y="6299"/>
                </a:cubicBezTo>
                <a:cubicBezTo>
                  <a:pt x="1058428" y="78343"/>
                  <a:pt x="1361843" y="748903"/>
                  <a:pt x="1310581" y="1278147"/>
                </a:cubicBezTo>
                <a:cubicBezTo>
                  <a:pt x="1259319" y="1807391"/>
                  <a:pt x="803504" y="3040445"/>
                  <a:pt x="587373" y="3181761"/>
                </a:cubicBezTo>
                <a:cubicBezTo>
                  <a:pt x="371242" y="3323077"/>
                  <a:pt x="48431" y="2490420"/>
                  <a:pt x="5482" y="210110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00B5E77-E43F-B75B-89D7-835033C372B8}"/>
              </a:ext>
            </a:extLst>
          </p:cNvPr>
          <p:cNvSpPr/>
          <p:nvPr/>
        </p:nvSpPr>
        <p:spPr>
          <a:xfrm>
            <a:off x="1918445" y="3623786"/>
            <a:ext cx="1142635" cy="1303094"/>
          </a:xfrm>
          <a:custGeom>
            <a:avLst/>
            <a:gdLst>
              <a:gd name="csX0" fmla="*/ 573985 w 1142635"/>
              <a:gd name="csY0" fmla="*/ 1302544 h 1303094"/>
              <a:gd name="csX1" fmla="*/ 173935 w 1142635"/>
              <a:gd name="csY1" fmla="*/ 1100614 h 1303094"/>
              <a:gd name="csX2" fmla="*/ 10105 w 1142635"/>
              <a:gd name="csY2" fmla="*/ 475774 h 1303094"/>
              <a:gd name="csX3" fmla="*/ 444445 w 1142635"/>
              <a:gd name="csY3" fmla="*/ 3334 h 1303094"/>
              <a:gd name="csX4" fmla="*/ 718765 w 1142635"/>
              <a:gd name="csY4" fmla="*/ 715804 h 1303094"/>
              <a:gd name="csX5" fmla="*/ 1141675 w 1142635"/>
              <a:gd name="csY5" fmla="*/ 1054894 h 1303094"/>
              <a:gd name="csX6" fmla="*/ 573985 w 1142635"/>
              <a:gd name="csY6" fmla="*/ 1302544 h 1303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42635" h="1303094">
                <a:moveTo>
                  <a:pt x="573985" y="1302544"/>
                </a:moveTo>
                <a:cubicBezTo>
                  <a:pt x="412695" y="1310164"/>
                  <a:pt x="267915" y="1238409"/>
                  <a:pt x="173935" y="1100614"/>
                </a:cubicBezTo>
                <a:cubicBezTo>
                  <a:pt x="79955" y="962819"/>
                  <a:pt x="-34980" y="658654"/>
                  <a:pt x="10105" y="475774"/>
                </a:cubicBezTo>
                <a:cubicBezTo>
                  <a:pt x="55190" y="292894"/>
                  <a:pt x="326335" y="-36671"/>
                  <a:pt x="444445" y="3334"/>
                </a:cubicBezTo>
                <a:cubicBezTo>
                  <a:pt x="562555" y="43339"/>
                  <a:pt x="602560" y="540544"/>
                  <a:pt x="718765" y="715804"/>
                </a:cubicBezTo>
                <a:cubicBezTo>
                  <a:pt x="834970" y="891064"/>
                  <a:pt x="1162630" y="957104"/>
                  <a:pt x="1141675" y="1054894"/>
                </a:cubicBezTo>
                <a:cubicBezTo>
                  <a:pt x="1120720" y="1152684"/>
                  <a:pt x="735275" y="1294924"/>
                  <a:pt x="573985" y="130254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C5D37BD-1579-5DD5-F692-3EE8D69149C2}"/>
              </a:ext>
            </a:extLst>
          </p:cNvPr>
          <p:cNvSpPr/>
          <p:nvPr/>
        </p:nvSpPr>
        <p:spPr>
          <a:xfrm>
            <a:off x="2838958" y="3543660"/>
            <a:ext cx="568134" cy="1178572"/>
          </a:xfrm>
          <a:custGeom>
            <a:avLst/>
            <a:gdLst>
              <a:gd name="csX0" fmla="*/ 358322 w 568134"/>
              <a:gd name="csY0" fmla="*/ 1127400 h 1178572"/>
              <a:gd name="csX1" fmla="*/ 567872 w 568134"/>
              <a:gd name="csY1" fmla="*/ 479700 h 1178572"/>
              <a:gd name="csX2" fmla="*/ 396422 w 568134"/>
              <a:gd name="csY2" fmla="*/ 41550 h 1178572"/>
              <a:gd name="csX3" fmla="*/ 164012 w 568134"/>
              <a:gd name="csY3" fmla="*/ 72030 h 1178572"/>
              <a:gd name="csX4" fmla="*/ 293552 w 568134"/>
              <a:gd name="csY4" fmla="*/ 517800 h 1178572"/>
              <a:gd name="csX5" fmla="*/ 182 w 568134"/>
              <a:gd name="csY5" fmla="*/ 1066440 h 1178572"/>
              <a:gd name="csX6" fmla="*/ 358322 w 568134"/>
              <a:gd name="csY6" fmla="*/ 1127400 h 1178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68134" h="1178572">
                <a:moveTo>
                  <a:pt x="358322" y="1127400"/>
                </a:moveTo>
                <a:cubicBezTo>
                  <a:pt x="452937" y="1029610"/>
                  <a:pt x="561522" y="660675"/>
                  <a:pt x="567872" y="479700"/>
                </a:cubicBezTo>
                <a:cubicBezTo>
                  <a:pt x="574222" y="298725"/>
                  <a:pt x="463732" y="109495"/>
                  <a:pt x="396422" y="41550"/>
                </a:cubicBezTo>
                <a:cubicBezTo>
                  <a:pt x="329112" y="-26395"/>
                  <a:pt x="181157" y="-7345"/>
                  <a:pt x="164012" y="72030"/>
                </a:cubicBezTo>
                <a:cubicBezTo>
                  <a:pt x="146867" y="151405"/>
                  <a:pt x="320857" y="352065"/>
                  <a:pt x="293552" y="517800"/>
                </a:cubicBezTo>
                <a:cubicBezTo>
                  <a:pt x="266247" y="683535"/>
                  <a:pt x="-8073" y="962300"/>
                  <a:pt x="182" y="1066440"/>
                </a:cubicBezTo>
                <a:cubicBezTo>
                  <a:pt x="8437" y="1170580"/>
                  <a:pt x="263707" y="1225190"/>
                  <a:pt x="358322" y="112740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85DEC78-81AF-1A3C-7D74-F6E90FCB1228}"/>
              </a:ext>
            </a:extLst>
          </p:cNvPr>
          <p:cNvSpPr/>
          <p:nvPr/>
        </p:nvSpPr>
        <p:spPr>
          <a:xfrm>
            <a:off x="4695679" y="3794555"/>
            <a:ext cx="818121" cy="1304893"/>
          </a:xfrm>
          <a:custGeom>
            <a:avLst/>
            <a:gdLst>
              <a:gd name="csX0" fmla="*/ 489290 w 2007857"/>
              <a:gd name="csY0" fmla="*/ 2764188 h 3202507"/>
              <a:gd name="csX1" fmla="*/ 15464 w 2007857"/>
              <a:gd name="csY1" fmla="*/ 1733410 h 3202507"/>
              <a:gd name="csX2" fmla="*/ 239908 w 2007857"/>
              <a:gd name="csY2" fmla="*/ 395061 h 3202507"/>
              <a:gd name="csX3" fmla="*/ 1420315 w 2007857"/>
              <a:gd name="csY3" fmla="*/ 20988 h 3202507"/>
              <a:gd name="csX4" fmla="*/ 1478504 w 2007857"/>
              <a:gd name="csY4" fmla="*/ 893824 h 3202507"/>
              <a:gd name="csX5" fmla="*/ 1412003 w 2007857"/>
              <a:gd name="csY5" fmla="*/ 1866413 h 3202507"/>
              <a:gd name="csX6" fmla="*/ 1985581 w 2007857"/>
              <a:gd name="csY6" fmla="*/ 2489868 h 3202507"/>
              <a:gd name="csX7" fmla="*/ 1752824 w 2007857"/>
              <a:gd name="csY7" fmla="*/ 3196450 h 3202507"/>
              <a:gd name="csX8" fmla="*/ 489290 w 2007857"/>
              <a:gd name="csY8" fmla="*/ 2764188 h 3202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7857" h="3202507">
                <a:moveTo>
                  <a:pt x="489290" y="2764188"/>
                </a:moveTo>
                <a:cubicBezTo>
                  <a:pt x="199730" y="2520348"/>
                  <a:pt x="57028" y="2128264"/>
                  <a:pt x="15464" y="1733410"/>
                </a:cubicBezTo>
                <a:cubicBezTo>
                  <a:pt x="-26100" y="1338556"/>
                  <a:pt x="5766" y="680465"/>
                  <a:pt x="239908" y="395061"/>
                </a:cubicBezTo>
                <a:cubicBezTo>
                  <a:pt x="474050" y="109657"/>
                  <a:pt x="1213882" y="-62139"/>
                  <a:pt x="1420315" y="20988"/>
                </a:cubicBezTo>
                <a:cubicBezTo>
                  <a:pt x="1626748" y="104115"/>
                  <a:pt x="1479889" y="586253"/>
                  <a:pt x="1478504" y="893824"/>
                </a:cubicBezTo>
                <a:cubicBezTo>
                  <a:pt x="1477119" y="1201395"/>
                  <a:pt x="1327490" y="1600406"/>
                  <a:pt x="1412003" y="1866413"/>
                </a:cubicBezTo>
                <a:cubicBezTo>
                  <a:pt x="1496516" y="2132420"/>
                  <a:pt x="1928778" y="2268195"/>
                  <a:pt x="1985581" y="2489868"/>
                </a:cubicBezTo>
                <a:cubicBezTo>
                  <a:pt x="2042384" y="2711541"/>
                  <a:pt x="1999435" y="3149345"/>
                  <a:pt x="1752824" y="3196450"/>
                </a:cubicBezTo>
                <a:cubicBezTo>
                  <a:pt x="1506213" y="3243555"/>
                  <a:pt x="778850" y="3008028"/>
                  <a:pt x="489290" y="276418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FA5DCB8-659B-2D7A-F48E-B74F58D8AF2D}"/>
              </a:ext>
            </a:extLst>
          </p:cNvPr>
          <p:cNvSpPr/>
          <p:nvPr/>
        </p:nvSpPr>
        <p:spPr>
          <a:xfrm>
            <a:off x="4623284" y="3061496"/>
            <a:ext cx="2980687" cy="1027937"/>
          </a:xfrm>
          <a:custGeom>
            <a:avLst/>
            <a:gdLst>
              <a:gd name="csX0" fmla="*/ 3022252 w 7315288"/>
              <a:gd name="csY0" fmla="*/ 518029 h 2522791"/>
              <a:gd name="csX1" fmla="*/ 1176827 w 7315288"/>
              <a:gd name="csY1" fmla="*/ 10953 h 2522791"/>
              <a:gd name="csX2" fmla="*/ 13045 w 7315288"/>
              <a:gd name="csY2" fmla="*/ 1050043 h 2522791"/>
              <a:gd name="csX3" fmla="*/ 719627 w 7315288"/>
              <a:gd name="csY3" fmla="*/ 2272014 h 2522791"/>
              <a:gd name="csX4" fmla="*/ 3146943 w 7315288"/>
              <a:gd name="csY4" fmla="*/ 2463207 h 2522791"/>
              <a:gd name="csX5" fmla="*/ 5366441 w 7315288"/>
              <a:gd name="csY5" fmla="*/ 1507243 h 2522791"/>
              <a:gd name="csX6" fmla="*/ 6397219 w 7315288"/>
              <a:gd name="csY6" fmla="*/ 1939505 h 2522791"/>
              <a:gd name="csX7" fmla="*/ 7311619 w 7315288"/>
              <a:gd name="csY7" fmla="*/ 1324363 h 2522791"/>
              <a:gd name="csX8" fmla="*/ 6048085 w 7315288"/>
              <a:gd name="csY8" fmla="*/ 252022 h 2522791"/>
              <a:gd name="csX9" fmla="*/ 4127845 w 7315288"/>
              <a:gd name="csY9" fmla="*/ 601156 h 2522791"/>
              <a:gd name="csX10" fmla="*/ 3545954 w 7315288"/>
              <a:gd name="csY10" fmla="*/ 734160 h 2522791"/>
              <a:gd name="csX11" fmla="*/ 3022252 w 7315288"/>
              <a:gd name="csY11" fmla="*/ 518029 h 2522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315288" h="2522791">
                <a:moveTo>
                  <a:pt x="3022252" y="518029"/>
                </a:moveTo>
                <a:cubicBezTo>
                  <a:pt x="2627397" y="397494"/>
                  <a:pt x="1678361" y="-77716"/>
                  <a:pt x="1176827" y="10953"/>
                </a:cubicBezTo>
                <a:cubicBezTo>
                  <a:pt x="675293" y="99622"/>
                  <a:pt x="89245" y="673200"/>
                  <a:pt x="13045" y="1050043"/>
                </a:cubicBezTo>
                <a:cubicBezTo>
                  <a:pt x="-63155" y="1426887"/>
                  <a:pt x="197311" y="2036487"/>
                  <a:pt x="719627" y="2272014"/>
                </a:cubicBezTo>
                <a:cubicBezTo>
                  <a:pt x="1241943" y="2507541"/>
                  <a:pt x="2372474" y="2590669"/>
                  <a:pt x="3146943" y="2463207"/>
                </a:cubicBezTo>
                <a:cubicBezTo>
                  <a:pt x="3921412" y="2335745"/>
                  <a:pt x="4824728" y="1594527"/>
                  <a:pt x="5366441" y="1507243"/>
                </a:cubicBezTo>
                <a:cubicBezTo>
                  <a:pt x="5908154" y="1419959"/>
                  <a:pt x="6073023" y="1969985"/>
                  <a:pt x="6397219" y="1939505"/>
                </a:cubicBezTo>
                <a:cubicBezTo>
                  <a:pt x="6721415" y="1909025"/>
                  <a:pt x="7369808" y="1605610"/>
                  <a:pt x="7311619" y="1324363"/>
                </a:cubicBezTo>
                <a:cubicBezTo>
                  <a:pt x="7253430" y="1043116"/>
                  <a:pt x="6578714" y="372556"/>
                  <a:pt x="6048085" y="252022"/>
                </a:cubicBezTo>
                <a:cubicBezTo>
                  <a:pt x="5517456" y="131487"/>
                  <a:pt x="4544867" y="520800"/>
                  <a:pt x="4127845" y="601156"/>
                </a:cubicBezTo>
                <a:cubicBezTo>
                  <a:pt x="3710823" y="681512"/>
                  <a:pt x="3734376" y="748015"/>
                  <a:pt x="3545954" y="734160"/>
                </a:cubicBezTo>
                <a:cubicBezTo>
                  <a:pt x="3357532" y="720306"/>
                  <a:pt x="3417107" y="638564"/>
                  <a:pt x="3022252" y="51802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CA805D5-582E-5133-0002-5F5D177C493D}"/>
              </a:ext>
            </a:extLst>
          </p:cNvPr>
          <p:cNvSpPr/>
          <p:nvPr/>
        </p:nvSpPr>
        <p:spPr>
          <a:xfrm>
            <a:off x="5362367" y="3796504"/>
            <a:ext cx="536355" cy="1302944"/>
          </a:xfrm>
          <a:custGeom>
            <a:avLst/>
            <a:gdLst>
              <a:gd name="csX0" fmla="*/ 5482 w 1316340"/>
              <a:gd name="csY0" fmla="*/ 2101107 h 3197728"/>
              <a:gd name="csX1" fmla="*/ 329679 w 1316340"/>
              <a:gd name="csY1" fmla="*/ 845885 h 3197728"/>
              <a:gd name="csX2" fmla="*/ 894944 w 1316340"/>
              <a:gd name="csY2" fmla="*/ 6299 h 3197728"/>
              <a:gd name="csX3" fmla="*/ 1310581 w 1316340"/>
              <a:gd name="csY3" fmla="*/ 1278147 h 3197728"/>
              <a:gd name="csX4" fmla="*/ 587373 w 1316340"/>
              <a:gd name="csY4" fmla="*/ 3181761 h 3197728"/>
              <a:gd name="csX5" fmla="*/ 5482 w 1316340"/>
              <a:gd name="csY5" fmla="*/ 2101107 h 319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316340" h="3197728">
                <a:moveTo>
                  <a:pt x="5482" y="2101107"/>
                </a:moveTo>
                <a:cubicBezTo>
                  <a:pt x="-37467" y="1711794"/>
                  <a:pt x="181435" y="1195020"/>
                  <a:pt x="329679" y="845885"/>
                </a:cubicBezTo>
                <a:cubicBezTo>
                  <a:pt x="477923" y="496750"/>
                  <a:pt x="731460" y="-65745"/>
                  <a:pt x="894944" y="6299"/>
                </a:cubicBezTo>
                <a:cubicBezTo>
                  <a:pt x="1058428" y="78343"/>
                  <a:pt x="1361843" y="748903"/>
                  <a:pt x="1310581" y="1278147"/>
                </a:cubicBezTo>
                <a:cubicBezTo>
                  <a:pt x="1259319" y="1807391"/>
                  <a:pt x="803504" y="3040445"/>
                  <a:pt x="587373" y="3181761"/>
                </a:cubicBezTo>
                <a:cubicBezTo>
                  <a:pt x="371242" y="3323077"/>
                  <a:pt x="48431" y="2490420"/>
                  <a:pt x="5482" y="210110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557FFF7-AB0B-E3A4-67C5-A27A8C269D77}"/>
              </a:ext>
            </a:extLst>
          </p:cNvPr>
          <p:cNvSpPr/>
          <p:nvPr/>
        </p:nvSpPr>
        <p:spPr>
          <a:xfrm>
            <a:off x="5740129" y="3623786"/>
            <a:ext cx="1142635" cy="1303094"/>
          </a:xfrm>
          <a:custGeom>
            <a:avLst/>
            <a:gdLst>
              <a:gd name="csX0" fmla="*/ 573985 w 1142635"/>
              <a:gd name="csY0" fmla="*/ 1302544 h 1303094"/>
              <a:gd name="csX1" fmla="*/ 173935 w 1142635"/>
              <a:gd name="csY1" fmla="*/ 1100614 h 1303094"/>
              <a:gd name="csX2" fmla="*/ 10105 w 1142635"/>
              <a:gd name="csY2" fmla="*/ 475774 h 1303094"/>
              <a:gd name="csX3" fmla="*/ 444445 w 1142635"/>
              <a:gd name="csY3" fmla="*/ 3334 h 1303094"/>
              <a:gd name="csX4" fmla="*/ 718765 w 1142635"/>
              <a:gd name="csY4" fmla="*/ 715804 h 1303094"/>
              <a:gd name="csX5" fmla="*/ 1141675 w 1142635"/>
              <a:gd name="csY5" fmla="*/ 1054894 h 1303094"/>
              <a:gd name="csX6" fmla="*/ 573985 w 1142635"/>
              <a:gd name="csY6" fmla="*/ 1302544 h 1303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42635" h="1303094">
                <a:moveTo>
                  <a:pt x="573985" y="1302544"/>
                </a:moveTo>
                <a:cubicBezTo>
                  <a:pt x="412695" y="1310164"/>
                  <a:pt x="267915" y="1238409"/>
                  <a:pt x="173935" y="1100614"/>
                </a:cubicBezTo>
                <a:cubicBezTo>
                  <a:pt x="79955" y="962819"/>
                  <a:pt x="-34980" y="658654"/>
                  <a:pt x="10105" y="475774"/>
                </a:cubicBezTo>
                <a:cubicBezTo>
                  <a:pt x="55190" y="292894"/>
                  <a:pt x="326335" y="-36671"/>
                  <a:pt x="444445" y="3334"/>
                </a:cubicBezTo>
                <a:cubicBezTo>
                  <a:pt x="562555" y="43339"/>
                  <a:pt x="602560" y="540544"/>
                  <a:pt x="718765" y="715804"/>
                </a:cubicBezTo>
                <a:cubicBezTo>
                  <a:pt x="834970" y="891064"/>
                  <a:pt x="1162630" y="957104"/>
                  <a:pt x="1141675" y="1054894"/>
                </a:cubicBezTo>
                <a:cubicBezTo>
                  <a:pt x="1120720" y="1152684"/>
                  <a:pt x="735275" y="1294924"/>
                  <a:pt x="573985" y="130254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E35CF5F-1FB0-36AF-C7DD-973C69335CB9}"/>
              </a:ext>
            </a:extLst>
          </p:cNvPr>
          <p:cNvSpPr/>
          <p:nvPr/>
        </p:nvSpPr>
        <p:spPr>
          <a:xfrm>
            <a:off x="6660642" y="3543660"/>
            <a:ext cx="568134" cy="1178572"/>
          </a:xfrm>
          <a:custGeom>
            <a:avLst/>
            <a:gdLst>
              <a:gd name="csX0" fmla="*/ 358322 w 568134"/>
              <a:gd name="csY0" fmla="*/ 1127400 h 1178572"/>
              <a:gd name="csX1" fmla="*/ 567872 w 568134"/>
              <a:gd name="csY1" fmla="*/ 479700 h 1178572"/>
              <a:gd name="csX2" fmla="*/ 396422 w 568134"/>
              <a:gd name="csY2" fmla="*/ 41550 h 1178572"/>
              <a:gd name="csX3" fmla="*/ 164012 w 568134"/>
              <a:gd name="csY3" fmla="*/ 72030 h 1178572"/>
              <a:gd name="csX4" fmla="*/ 293552 w 568134"/>
              <a:gd name="csY4" fmla="*/ 517800 h 1178572"/>
              <a:gd name="csX5" fmla="*/ 182 w 568134"/>
              <a:gd name="csY5" fmla="*/ 1066440 h 1178572"/>
              <a:gd name="csX6" fmla="*/ 358322 w 568134"/>
              <a:gd name="csY6" fmla="*/ 1127400 h 1178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68134" h="1178572">
                <a:moveTo>
                  <a:pt x="358322" y="1127400"/>
                </a:moveTo>
                <a:cubicBezTo>
                  <a:pt x="452937" y="1029610"/>
                  <a:pt x="561522" y="660675"/>
                  <a:pt x="567872" y="479700"/>
                </a:cubicBezTo>
                <a:cubicBezTo>
                  <a:pt x="574222" y="298725"/>
                  <a:pt x="463732" y="109495"/>
                  <a:pt x="396422" y="41550"/>
                </a:cubicBezTo>
                <a:cubicBezTo>
                  <a:pt x="329112" y="-26395"/>
                  <a:pt x="181157" y="-7345"/>
                  <a:pt x="164012" y="72030"/>
                </a:cubicBezTo>
                <a:cubicBezTo>
                  <a:pt x="146867" y="151405"/>
                  <a:pt x="320857" y="352065"/>
                  <a:pt x="293552" y="517800"/>
                </a:cubicBezTo>
                <a:cubicBezTo>
                  <a:pt x="266247" y="683535"/>
                  <a:pt x="-8073" y="962300"/>
                  <a:pt x="182" y="1066440"/>
                </a:cubicBezTo>
                <a:cubicBezTo>
                  <a:pt x="8437" y="1170580"/>
                  <a:pt x="263707" y="1225190"/>
                  <a:pt x="358322" y="112740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92DB1F9-9B1D-7E73-F4FF-59E9ED76524C}"/>
              </a:ext>
            </a:extLst>
          </p:cNvPr>
          <p:cNvSpPr/>
          <p:nvPr/>
        </p:nvSpPr>
        <p:spPr>
          <a:xfrm>
            <a:off x="8589758" y="3794555"/>
            <a:ext cx="818121" cy="1304893"/>
          </a:xfrm>
          <a:custGeom>
            <a:avLst/>
            <a:gdLst>
              <a:gd name="csX0" fmla="*/ 489290 w 2007857"/>
              <a:gd name="csY0" fmla="*/ 2764188 h 3202507"/>
              <a:gd name="csX1" fmla="*/ 15464 w 2007857"/>
              <a:gd name="csY1" fmla="*/ 1733410 h 3202507"/>
              <a:gd name="csX2" fmla="*/ 239908 w 2007857"/>
              <a:gd name="csY2" fmla="*/ 395061 h 3202507"/>
              <a:gd name="csX3" fmla="*/ 1420315 w 2007857"/>
              <a:gd name="csY3" fmla="*/ 20988 h 3202507"/>
              <a:gd name="csX4" fmla="*/ 1478504 w 2007857"/>
              <a:gd name="csY4" fmla="*/ 893824 h 3202507"/>
              <a:gd name="csX5" fmla="*/ 1412003 w 2007857"/>
              <a:gd name="csY5" fmla="*/ 1866413 h 3202507"/>
              <a:gd name="csX6" fmla="*/ 1985581 w 2007857"/>
              <a:gd name="csY6" fmla="*/ 2489868 h 3202507"/>
              <a:gd name="csX7" fmla="*/ 1752824 w 2007857"/>
              <a:gd name="csY7" fmla="*/ 3196450 h 3202507"/>
              <a:gd name="csX8" fmla="*/ 489290 w 2007857"/>
              <a:gd name="csY8" fmla="*/ 2764188 h 3202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7857" h="3202507">
                <a:moveTo>
                  <a:pt x="489290" y="2764188"/>
                </a:moveTo>
                <a:cubicBezTo>
                  <a:pt x="199730" y="2520348"/>
                  <a:pt x="57028" y="2128264"/>
                  <a:pt x="15464" y="1733410"/>
                </a:cubicBezTo>
                <a:cubicBezTo>
                  <a:pt x="-26100" y="1338556"/>
                  <a:pt x="5766" y="680465"/>
                  <a:pt x="239908" y="395061"/>
                </a:cubicBezTo>
                <a:cubicBezTo>
                  <a:pt x="474050" y="109657"/>
                  <a:pt x="1213882" y="-62139"/>
                  <a:pt x="1420315" y="20988"/>
                </a:cubicBezTo>
                <a:cubicBezTo>
                  <a:pt x="1626748" y="104115"/>
                  <a:pt x="1479889" y="586253"/>
                  <a:pt x="1478504" y="893824"/>
                </a:cubicBezTo>
                <a:cubicBezTo>
                  <a:pt x="1477119" y="1201395"/>
                  <a:pt x="1327490" y="1600406"/>
                  <a:pt x="1412003" y="1866413"/>
                </a:cubicBezTo>
                <a:cubicBezTo>
                  <a:pt x="1496516" y="2132420"/>
                  <a:pt x="1928778" y="2268195"/>
                  <a:pt x="1985581" y="2489868"/>
                </a:cubicBezTo>
                <a:cubicBezTo>
                  <a:pt x="2042384" y="2711541"/>
                  <a:pt x="1999435" y="3149345"/>
                  <a:pt x="1752824" y="3196450"/>
                </a:cubicBezTo>
                <a:cubicBezTo>
                  <a:pt x="1506213" y="3243555"/>
                  <a:pt x="778850" y="3008028"/>
                  <a:pt x="489290" y="2764188"/>
                </a:cubicBezTo>
                <a:close/>
              </a:path>
            </a:pathLst>
          </a:custGeom>
          <a:solidFill>
            <a:srgbClr val="4472C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C295E96-5B90-CA5C-EC77-8DC2BD55DD3D}"/>
              </a:ext>
            </a:extLst>
          </p:cNvPr>
          <p:cNvSpPr/>
          <p:nvPr/>
        </p:nvSpPr>
        <p:spPr>
          <a:xfrm>
            <a:off x="8517363" y="3061496"/>
            <a:ext cx="2980687" cy="1027937"/>
          </a:xfrm>
          <a:custGeom>
            <a:avLst/>
            <a:gdLst>
              <a:gd name="csX0" fmla="*/ 3022252 w 7315288"/>
              <a:gd name="csY0" fmla="*/ 518029 h 2522791"/>
              <a:gd name="csX1" fmla="*/ 1176827 w 7315288"/>
              <a:gd name="csY1" fmla="*/ 10953 h 2522791"/>
              <a:gd name="csX2" fmla="*/ 13045 w 7315288"/>
              <a:gd name="csY2" fmla="*/ 1050043 h 2522791"/>
              <a:gd name="csX3" fmla="*/ 719627 w 7315288"/>
              <a:gd name="csY3" fmla="*/ 2272014 h 2522791"/>
              <a:gd name="csX4" fmla="*/ 3146943 w 7315288"/>
              <a:gd name="csY4" fmla="*/ 2463207 h 2522791"/>
              <a:gd name="csX5" fmla="*/ 5366441 w 7315288"/>
              <a:gd name="csY5" fmla="*/ 1507243 h 2522791"/>
              <a:gd name="csX6" fmla="*/ 6397219 w 7315288"/>
              <a:gd name="csY6" fmla="*/ 1939505 h 2522791"/>
              <a:gd name="csX7" fmla="*/ 7311619 w 7315288"/>
              <a:gd name="csY7" fmla="*/ 1324363 h 2522791"/>
              <a:gd name="csX8" fmla="*/ 6048085 w 7315288"/>
              <a:gd name="csY8" fmla="*/ 252022 h 2522791"/>
              <a:gd name="csX9" fmla="*/ 4127845 w 7315288"/>
              <a:gd name="csY9" fmla="*/ 601156 h 2522791"/>
              <a:gd name="csX10" fmla="*/ 3545954 w 7315288"/>
              <a:gd name="csY10" fmla="*/ 734160 h 2522791"/>
              <a:gd name="csX11" fmla="*/ 3022252 w 7315288"/>
              <a:gd name="csY11" fmla="*/ 518029 h 2522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315288" h="2522791">
                <a:moveTo>
                  <a:pt x="3022252" y="518029"/>
                </a:moveTo>
                <a:cubicBezTo>
                  <a:pt x="2627397" y="397494"/>
                  <a:pt x="1678361" y="-77716"/>
                  <a:pt x="1176827" y="10953"/>
                </a:cubicBezTo>
                <a:cubicBezTo>
                  <a:pt x="675293" y="99622"/>
                  <a:pt x="89245" y="673200"/>
                  <a:pt x="13045" y="1050043"/>
                </a:cubicBezTo>
                <a:cubicBezTo>
                  <a:pt x="-63155" y="1426887"/>
                  <a:pt x="197311" y="2036487"/>
                  <a:pt x="719627" y="2272014"/>
                </a:cubicBezTo>
                <a:cubicBezTo>
                  <a:pt x="1241943" y="2507541"/>
                  <a:pt x="2372474" y="2590669"/>
                  <a:pt x="3146943" y="2463207"/>
                </a:cubicBezTo>
                <a:cubicBezTo>
                  <a:pt x="3921412" y="2335745"/>
                  <a:pt x="4824728" y="1594527"/>
                  <a:pt x="5366441" y="1507243"/>
                </a:cubicBezTo>
                <a:cubicBezTo>
                  <a:pt x="5908154" y="1419959"/>
                  <a:pt x="6073023" y="1969985"/>
                  <a:pt x="6397219" y="1939505"/>
                </a:cubicBezTo>
                <a:cubicBezTo>
                  <a:pt x="6721415" y="1909025"/>
                  <a:pt x="7369808" y="1605610"/>
                  <a:pt x="7311619" y="1324363"/>
                </a:cubicBezTo>
                <a:cubicBezTo>
                  <a:pt x="7253430" y="1043116"/>
                  <a:pt x="6578714" y="372556"/>
                  <a:pt x="6048085" y="252022"/>
                </a:cubicBezTo>
                <a:cubicBezTo>
                  <a:pt x="5517456" y="131487"/>
                  <a:pt x="4544867" y="520800"/>
                  <a:pt x="4127845" y="601156"/>
                </a:cubicBezTo>
                <a:cubicBezTo>
                  <a:pt x="3710823" y="681512"/>
                  <a:pt x="3734376" y="748015"/>
                  <a:pt x="3545954" y="734160"/>
                </a:cubicBezTo>
                <a:cubicBezTo>
                  <a:pt x="3357532" y="720306"/>
                  <a:pt x="3417107" y="638564"/>
                  <a:pt x="3022252" y="518029"/>
                </a:cubicBezTo>
                <a:close/>
              </a:path>
            </a:pathLst>
          </a:custGeom>
          <a:solidFill>
            <a:srgbClr val="4472C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F2E0D72-8CD9-CC9B-1C12-81837A3D1AFC}"/>
              </a:ext>
            </a:extLst>
          </p:cNvPr>
          <p:cNvSpPr/>
          <p:nvPr/>
        </p:nvSpPr>
        <p:spPr>
          <a:xfrm>
            <a:off x="9256446" y="3796504"/>
            <a:ext cx="536355" cy="1302944"/>
          </a:xfrm>
          <a:custGeom>
            <a:avLst/>
            <a:gdLst>
              <a:gd name="csX0" fmla="*/ 5482 w 1316340"/>
              <a:gd name="csY0" fmla="*/ 2101107 h 3197728"/>
              <a:gd name="csX1" fmla="*/ 329679 w 1316340"/>
              <a:gd name="csY1" fmla="*/ 845885 h 3197728"/>
              <a:gd name="csX2" fmla="*/ 894944 w 1316340"/>
              <a:gd name="csY2" fmla="*/ 6299 h 3197728"/>
              <a:gd name="csX3" fmla="*/ 1310581 w 1316340"/>
              <a:gd name="csY3" fmla="*/ 1278147 h 3197728"/>
              <a:gd name="csX4" fmla="*/ 587373 w 1316340"/>
              <a:gd name="csY4" fmla="*/ 3181761 h 3197728"/>
              <a:gd name="csX5" fmla="*/ 5482 w 1316340"/>
              <a:gd name="csY5" fmla="*/ 2101107 h 319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316340" h="3197728">
                <a:moveTo>
                  <a:pt x="5482" y="2101107"/>
                </a:moveTo>
                <a:cubicBezTo>
                  <a:pt x="-37467" y="1711794"/>
                  <a:pt x="181435" y="1195020"/>
                  <a:pt x="329679" y="845885"/>
                </a:cubicBezTo>
                <a:cubicBezTo>
                  <a:pt x="477923" y="496750"/>
                  <a:pt x="731460" y="-65745"/>
                  <a:pt x="894944" y="6299"/>
                </a:cubicBezTo>
                <a:cubicBezTo>
                  <a:pt x="1058428" y="78343"/>
                  <a:pt x="1361843" y="748903"/>
                  <a:pt x="1310581" y="1278147"/>
                </a:cubicBezTo>
                <a:cubicBezTo>
                  <a:pt x="1259319" y="1807391"/>
                  <a:pt x="803504" y="3040445"/>
                  <a:pt x="587373" y="3181761"/>
                </a:cubicBezTo>
                <a:cubicBezTo>
                  <a:pt x="371242" y="3323077"/>
                  <a:pt x="48431" y="2490420"/>
                  <a:pt x="5482" y="2101107"/>
                </a:cubicBezTo>
                <a:close/>
              </a:path>
            </a:pathLst>
          </a:custGeom>
          <a:solidFill>
            <a:srgbClr val="4472C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4A96E35-1072-84FE-AF51-DD6C04E1CF60}"/>
              </a:ext>
            </a:extLst>
          </p:cNvPr>
          <p:cNvSpPr/>
          <p:nvPr/>
        </p:nvSpPr>
        <p:spPr>
          <a:xfrm>
            <a:off x="9634208" y="3623786"/>
            <a:ext cx="1142635" cy="1303094"/>
          </a:xfrm>
          <a:custGeom>
            <a:avLst/>
            <a:gdLst>
              <a:gd name="csX0" fmla="*/ 573985 w 1142635"/>
              <a:gd name="csY0" fmla="*/ 1302544 h 1303094"/>
              <a:gd name="csX1" fmla="*/ 173935 w 1142635"/>
              <a:gd name="csY1" fmla="*/ 1100614 h 1303094"/>
              <a:gd name="csX2" fmla="*/ 10105 w 1142635"/>
              <a:gd name="csY2" fmla="*/ 475774 h 1303094"/>
              <a:gd name="csX3" fmla="*/ 444445 w 1142635"/>
              <a:gd name="csY3" fmla="*/ 3334 h 1303094"/>
              <a:gd name="csX4" fmla="*/ 718765 w 1142635"/>
              <a:gd name="csY4" fmla="*/ 715804 h 1303094"/>
              <a:gd name="csX5" fmla="*/ 1141675 w 1142635"/>
              <a:gd name="csY5" fmla="*/ 1054894 h 1303094"/>
              <a:gd name="csX6" fmla="*/ 573985 w 1142635"/>
              <a:gd name="csY6" fmla="*/ 1302544 h 1303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42635" h="1303094">
                <a:moveTo>
                  <a:pt x="573985" y="1302544"/>
                </a:moveTo>
                <a:cubicBezTo>
                  <a:pt x="412695" y="1310164"/>
                  <a:pt x="267915" y="1238409"/>
                  <a:pt x="173935" y="1100614"/>
                </a:cubicBezTo>
                <a:cubicBezTo>
                  <a:pt x="79955" y="962819"/>
                  <a:pt x="-34980" y="658654"/>
                  <a:pt x="10105" y="475774"/>
                </a:cubicBezTo>
                <a:cubicBezTo>
                  <a:pt x="55190" y="292894"/>
                  <a:pt x="326335" y="-36671"/>
                  <a:pt x="444445" y="3334"/>
                </a:cubicBezTo>
                <a:cubicBezTo>
                  <a:pt x="562555" y="43339"/>
                  <a:pt x="602560" y="540544"/>
                  <a:pt x="718765" y="715804"/>
                </a:cubicBezTo>
                <a:cubicBezTo>
                  <a:pt x="834970" y="891064"/>
                  <a:pt x="1162630" y="957104"/>
                  <a:pt x="1141675" y="1054894"/>
                </a:cubicBezTo>
                <a:cubicBezTo>
                  <a:pt x="1120720" y="1152684"/>
                  <a:pt x="735275" y="1294924"/>
                  <a:pt x="573985" y="1302544"/>
                </a:cubicBezTo>
                <a:close/>
              </a:path>
            </a:pathLst>
          </a:custGeom>
          <a:solidFill>
            <a:srgbClr val="4472C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8683321-DF51-8D84-758B-DA1A69322E91}"/>
              </a:ext>
            </a:extLst>
          </p:cNvPr>
          <p:cNvSpPr/>
          <p:nvPr/>
        </p:nvSpPr>
        <p:spPr>
          <a:xfrm>
            <a:off x="10554721" y="3543660"/>
            <a:ext cx="568134" cy="1178572"/>
          </a:xfrm>
          <a:custGeom>
            <a:avLst/>
            <a:gdLst>
              <a:gd name="csX0" fmla="*/ 358322 w 568134"/>
              <a:gd name="csY0" fmla="*/ 1127400 h 1178572"/>
              <a:gd name="csX1" fmla="*/ 567872 w 568134"/>
              <a:gd name="csY1" fmla="*/ 479700 h 1178572"/>
              <a:gd name="csX2" fmla="*/ 396422 w 568134"/>
              <a:gd name="csY2" fmla="*/ 41550 h 1178572"/>
              <a:gd name="csX3" fmla="*/ 164012 w 568134"/>
              <a:gd name="csY3" fmla="*/ 72030 h 1178572"/>
              <a:gd name="csX4" fmla="*/ 293552 w 568134"/>
              <a:gd name="csY4" fmla="*/ 517800 h 1178572"/>
              <a:gd name="csX5" fmla="*/ 182 w 568134"/>
              <a:gd name="csY5" fmla="*/ 1066440 h 1178572"/>
              <a:gd name="csX6" fmla="*/ 358322 w 568134"/>
              <a:gd name="csY6" fmla="*/ 1127400 h 1178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68134" h="1178572">
                <a:moveTo>
                  <a:pt x="358322" y="1127400"/>
                </a:moveTo>
                <a:cubicBezTo>
                  <a:pt x="452937" y="1029610"/>
                  <a:pt x="561522" y="660675"/>
                  <a:pt x="567872" y="479700"/>
                </a:cubicBezTo>
                <a:cubicBezTo>
                  <a:pt x="574222" y="298725"/>
                  <a:pt x="463732" y="109495"/>
                  <a:pt x="396422" y="41550"/>
                </a:cubicBezTo>
                <a:cubicBezTo>
                  <a:pt x="329112" y="-26395"/>
                  <a:pt x="181157" y="-7345"/>
                  <a:pt x="164012" y="72030"/>
                </a:cubicBezTo>
                <a:cubicBezTo>
                  <a:pt x="146867" y="151405"/>
                  <a:pt x="320857" y="352065"/>
                  <a:pt x="293552" y="517800"/>
                </a:cubicBezTo>
                <a:cubicBezTo>
                  <a:pt x="266247" y="683535"/>
                  <a:pt x="-8073" y="962300"/>
                  <a:pt x="182" y="1066440"/>
                </a:cubicBezTo>
                <a:cubicBezTo>
                  <a:pt x="8437" y="1170580"/>
                  <a:pt x="263707" y="1225190"/>
                  <a:pt x="358322" y="1127400"/>
                </a:cubicBezTo>
                <a:close/>
              </a:path>
            </a:pathLst>
          </a:custGeom>
          <a:solidFill>
            <a:srgbClr val="4472C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6A26166-5735-245F-B0EC-AC189E350307}"/>
              </a:ext>
            </a:extLst>
          </p:cNvPr>
          <p:cNvSpPr/>
          <p:nvPr/>
        </p:nvSpPr>
        <p:spPr>
          <a:xfrm>
            <a:off x="4695679" y="3794555"/>
            <a:ext cx="818121" cy="1304893"/>
          </a:xfrm>
          <a:custGeom>
            <a:avLst/>
            <a:gdLst>
              <a:gd name="csX0" fmla="*/ 489290 w 2007857"/>
              <a:gd name="csY0" fmla="*/ 2764188 h 3202507"/>
              <a:gd name="csX1" fmla="*/ 15464 w 2007857"/>
              <a:gd name="csY1" fmla="*/ 1733410 h 3202507"/>
              <a:gd name="csX2" fmla="*/ 239908 w 2007857"/>
              <a:gd name="csY2" fmla="*/ 395061 h 3202507"/>
              <a:gd name="csX3" fmla="*/ 1420315 w 2007857"/>
              <a:gd name="csY3" fmla="*/ 20988 h 3202507"/>
              <a:gd name="csX4" fmla="*/ 1478504 w 2007857"/>
              <a:gd name="csY4" fmla="*/ 893824 h 3202507"/>
              <a:gd name="csX5" fmla="*/ 1412003 w 2007857"/>
              <a:gd name="csY5" fmla="*/ 1866413 h 3202507"/>
              <a:gd name="csX6" fmla="*/ 1985581 w 2007857"/>
              <a:gd name="csY6" fmla="*/ 2489868 h 3202507"/>
              <a:gd name="csX7" fmla="*/ 1752824 w 2007857"/>
              <a:gd name="csY7" fmla="*/ 3196450 h 3202507"/>
              <a:gd name="csX8" fmla="*/ 489290 w 2007857"/>
              <a:gd name="csY8" fmla="*/ 2764188 h 3202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07857" h="3202507">
                <a:moveTo>
                  <a:pt x="489290" y="2764188"/>
                </a:moveTo>
                <a:cubicBezTo>
                  <a:pt x="199730" y="2520348"/>
                  <a:pt x="57028" y="2128264"/>
                  <a:pt x="15464" y="1733410"/>
                </a:cubicBezTo>
                <a:cubicBezTo>
                  <a:pt x="-26100" y="1338556"/>
                  <a:pt x="5766" y="680465"/>
                  <a:pt x="239908" y="395061"/>
                </a:cubicBezTo>
                <a:cubicBezTo>
                  <a:pt x="474050" y="109657"/>
                  <a:pt x="1213882" y="-62139"/>
                  <a:pt x="1420315" y="20988"/>
                </a:cubicBezTo>
                <a:cubicBezTo>
                  <a:pt x="1626748" y="104115"/>
                  <a:pt x="1479889" y="586253"/>
                  <a:pt x="1478504" y="893824"/>
                </a:cubicBezTo>
                <a:cubicBezTo>
                  <a:pt x="1477119" y="1201395"/>
                  <a:pt x="1327490" y="1600406"/>
                  <a:pt x="1412003" y="1866413"/>
                </a:cubicBezTo>
                <a:cubicBezTo>
                  <a:pt x="1496516" y="2132420"/>
                  <a:pt x="1928778" y="2268195"/>
                  <a:pt x="1985581" y="2489868"/>
                </a:cubicBezTo>
                <a:cubicBezTo>
                  <a:pt x="2042384" y="2711541"/>
                  <a:pt x="1999435" y="3149345"/>
                  <a:pt x="1752824" y="3196450"/>
                </a:cubicBezTo>
                <a:cubicBezTo>
                  <a:pt x="1506213" y="3243555"/>
                  <a:pt x="778850" y="3008028"/>
                  <a:pt x="489290" y="2764188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40E0D7-1835-5A29-1389-C7EF26C81C81}"/>
              </a:ext>
            </a:extLst>
          </p:cNvPr>
          <p:cNvSpPr/>
          <p:nvPr/>
        </p:nvSpPr>
        <p:spPr>
          <a:xfrm>
            <a:off x="4623284" y="3061496"/>
            <a:ext cx="2980687" cy="1027937"/>
          </a:xfrm>
          <a:custGeom>
            <a:avLst/>
            <a:gdLst>
              <a:gd name="csX0" fmla="*/ 3022252 w 7315288"/>
              <a:gd name="csY0" fmla="*/ 518029 h 2522791"/>
              <a:gd name="csX1" fmla="*/ 1176827 w 7315288"/>
              <a:gd name="csY1" fmla="*/ 10953 h 2522791"/>
              <a:gd name="csX2" fmla="*/ 13045 w 7315288"/>
              <a:gd name="csY2" fmla="*/ 1050043 h 2522791"/>
              <a:gd name="csX3" fmla="*/ 719627 w 7315288"/>
              <a:gd name="csY3" fmla="*/ 2272014 h 2522791"/>
              <a:gd name="csX4" fmla="*/ 3146943 w 7315288"/>
              <a:gd name="csY4" fmla="*/ 2463207 h 2522791"/>
              <a:gd name="csX5" fmla="*/ 5366441 w 7315288"/>
              <a:gd name="csY5" fmla="*/ 1507243 h 2522791"/>
              <a:gd name="csX6" fmla="*/ 6397219 w 7315288"/>
              <a:gd name="csY6" fmla="*/ 1939505 h 2522791"/>
              <a:gd name="csX7" fmla="*/ 7311619 w 7315288"/>
              <a:gd name="csY7" fmla="*/ 1324363 h 2522791"/>
              <a:gd name="csX8" fmla="*/ 6048085 w 7315288"/>
              <a:gd name="csY8" fmla="*/ 252022 h 2522791"/>
              <a:gd name="csX9" fmla="*/ 4127845 w 7315288"/>
              <a:gd name="csY9" fmla="*/ 601156 h 2522791"/>
              <a:gd name="csX10" fmla="*/ 3545954 w 7315288"/>
              <a:gd name="csY10" fmla="*/ 734160 h 2522791"/>
              <a:gd name="csX11" fmla="*/ 3022252 w 7315288"/>
              <a:gd name="csY11" fmla="*/ 518029 h 25227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315288" h="2522791">
                <a:moveTo>
                  <a:pt x="3022252" y="518029"/>
                </a:moveTo>
                <a:cubicBezTo>
                  <a:pt x="2627397" y="397494"/>
                  <a:pt x="1678361" y="-77716"/>
                  <a:pt x="1176827" y="10953"/>
                </a:cubicBezTo>
                <a:cubicBezTo>
                  <a:pt x="675293" y="99622"/>
                  <a:pt x="89245" y="673200"/>
                  <a:pt x="13045" y="1050043"/>
                </a:cubicBezTo>
                <a:cubicBezTo>
                  <a:pt x="-63155" y="1426887"/>
                  <a:pt x="197311" y="2036487"/>
                  <a:pt x="719627" y="2272014"/>
                </a:cubicBezTo>
                <a:cubicBezTo>
                  <a:pt x="1241943" y="2507541"/>
                  <a:pt x="2372474" y="2590669"/>
                  <a:pt x="3146943" y="2463207"/>
                </a:cubicBezTo>
                <a:cubicBezTo>
                  <a:pt x="3921412" y="2335745"/>
                  <a:pt x="4824728" y="1594527"/>
                  <a:pt x="5366441" y="1507243"/>
                </a:cubicBezTo>
                <a:cubicBezTo>
                  <a:pt x="5908154" y="1419959"/>
                  <a:pt x="6073023" y="1969985"/>
                  <a:pt x="6397219" y="1939505"/>
                </a:cubicBezTo>
                <a:cubicBezTo>
                  <a:pt x="6721415" y="1909025"/>
                  <a:pt x="7369808" y="1605610"/>
                  <a:pt x="7311619" y="1324363"/>
                </a:cubicBezTo>
                <a:cubicBezTo>
                  <a:pt x="7253430" y="1043116"/>
                  <a:pt x="6578714" y="372556"/>
                  <a:pt x="6048085" y="252022"/>
                </a:cubicBezTo>
                <a:cubicBezTo>
                  <a:pt x="5517456" y="131487"/>
                  <a:pt x="4544867" y="520800"/>
                  <a:pt x="4127845" y="601156"/>
                </a:cubicBezTo>
                <a:cubicBezTo>
                  <a:pt x="3710823" y="681512"/>
                  <a:pt x="3734376" y="748015"/>
                  <a:pt x="3545954" y="734160"/>
                </a:cubicBezTo>
                <a:cubicBezTo>
                  <a:pt x="3357532" y="720306"/>
                  <a:pt x="3417107" y="638564"/>
                  <a:pt x="3022252" y="518029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1AF6D51-F6EB-0858-477E-DDD0272E6560}"/>
              </a:ext>
            </a:extLst>
          </p:cNvPr>
          <p:cNvSpPr/>
          <p:nvPr/>
        </p:nvSpPr>
        <p:spPr>
          <a:xfrm>
            <a:off x="5362367" y="3796504"/>
            <a:ext cx="536355" cy="1302944"/>
          </a:xfrm>
          <a:custGeom>
            <a:avLst/>
            <a:gdLst>
              <a:gd name="csX0" fmla="*/ 5482 w 1316340"/>
              <a:gd name="csY0" fmla="*/ 2101107 h 3197728"/>
              <a:gd name="csX1" fmla="*/ 329679 w 1316340"/>
              <a:gd name="csY1" fmla="*/ 845885 h 3197728"/>
              <a:gd name="csX2" fmla="*/ 894944 w 1316340"/>
              <a:gd name="csY2" fmla="*/ 6299 h 3197728"/>
              <a:gd name="csX3" fmla="*/ 1310581 w 1316340"/>
              <a:gd name="csY3" fmla="*/ 1278147 h 3197728"/>
              <a:gd name="csX4" fmla="*/ 587373 w 1316340"/>
              <a:gd name="csY4" fmla="*/ 3181761 h 3197728"/>
              <a:gd name="csX5" fmla="*/ 5482 w 1316340"/>
              <a:gd name="csY5" fmla="*/ 2101107 h 31977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316340" h="3197728">
                <a:moveTo>
                  <a:pt x="5482" y="2101107"/>
                </a:moveTo>
                <a:cubicBezTo>
                  <a:pt x="-37467" y="1711794"/>
                  <a:pt x="181435" y="1195020"/>
                  <a:pt x="329679" y="845885"/>
                </a:cubicBezTo>
                <a:cubicBezTo>
                  <a:pt x="477923" y="496750"/>
                  <a:pt x="731460" y="-65745"/>
                  <a:pt x="894944" y="6299"/>
                </a:cubicBezTo>
                <a:cubicBezTo>
                  <a:pt x="1058428" y="78343"/>
                  <a:pt x="1361843" y="748903"/>
                  <a:pt x="1310581" y="1278147"/>
                </a:cubicBezTo>
                <a:cubicBezTo>
                  <a:pt x="1259319" y="1807391"/>
                  <a:pt x="803504" y="3040445"/>
                  <a:pt x="587373" y="3181761"/>
                </a:cubicBezTo>
                <a:cubicBezTo>
                  <a:pt x="371242" y="3323077"/>
                  <a:pt x="48431" y="2490420"/>
                  <a:pt x="5482" y="2101107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FE7FE93-6E2B-BA17-DF83-23F4F12FA02A}"/>
              </a:ext>
            </a:extLst>
          </p:cNvPr>
          <p:cNvSpPr/>
          <p:nvPr/>
        </p:nvSpPr>
        <p:spPr>
          <a:xfrm>
            <a:off x="5740129" y="3623786"/>
            <a:ext cx="1142635" cy="1303094"/>
          </a:xfrm>
          <a:custGeom>
            <a:avLst/>
            <a:gdLst>
              <a:gd name="csX0" fmla="*/ 573985 w 1142635"/>
              <a:gd name="csY0" fmla="*/ 1302544 h 1303094"/>
              <a:gd name="csX1" fmla="*/ 173935 w 1142635"/>
              <a:gd name="csY1" fmla="*/ 1100614 h 1303094"/>
              <a:gd name="csX2" fmla="*/ 10105 w 1142635"/>
              <a:gd name="csY2" fmla="*/ 475774 h 1303094"/>
              <a:gd name="csX3" fmla="*/ 444445 w 1142635"/>
              <a:gd name="csY3" fmla="*/ 3334 h 1303094"/>
              <a:gd name="csX4" fmla="*/ 718765 w 1142635"/>
              <a:gd name="csY4" fmla="*/ 715804 h 1303094"/>
              <a:gd name="csX5" fmla="*/ 1141675 w 1142635"/>
              <a:gd name="csY5" fmla="*/ 1054894 h 1303094"/>
              <a:gd name="csX6" fmla="*/ 573985 w 1142635"/>
              <a:gd name="csY6" fmla="*/ 1302544 h 1303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42635" h="1303094">
                <a:moveTo>
                  <a:pt x="573985" y="1302544"/>
                </a:moveTo>
                <a:cubicBezTo>
                  <a:pt x="412695" y="1310164"/>
                  <a:pt x="267915" y="1238409"/>
                  <a:pt x="173935" y="1100614"/>
                </a:cubicBezTo>
                <a:cubicBezTo>
                  <a:pt x="79955" y="962819"/>
                  <a:pt x="-34980" y="658654"/>
                  <a:pt x="10105" y="475774"/>
                </a:cubicBezTo>
                <a:cubicBezTo>
                  <a:pt x="55190" y="292894"/>
                  <a:pt x="326335" y="-36671"/>
                  <a:pt x="444445" y="3334"/>
                </a:cubicBezTo>
                <a:cubicBezTo>
                  <a:pt x="562555" y="43339"/>
                  <a:pt x="602560" y="540544"/>
                  <a:pt x="718765" y="715804"/>
                </a:cubicBezTo>
                <a:cubicBezTo>
                  <a:pt x="834970" y="891064"/>
                  <a:pt x="1162630" y="957104"/>
                  <a:pt x="1141675" y="1054894"/>
                </a:cubicBezTo>
                <a:cubicBezTo>
                  <a:pt x="1120720" y="1152684"/>
                  <a:pt x="735275" y="1294924"/>
                  <a:pt x="573985" y="1302544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6376FD1-E11E-4F9C-4506-850FF107CBC9}"/>
              </a:ext>
            </a:extLst>
          </p:cNvPr>
          <p:cNvSpPr/>
          <p:nvPr/>
        </p:nvSpPr>
        <p:spPr>
          <a:xfrm>
            <a:off x="6660642" y="3543660"/>
            <a:ext cx="568134" cy="1178572"/>
          </a:xfrm>
          <a:custGeom>
            <a:avLst/>
            <a:gdLst>
              <a:gd name="csX0" fmla="*/ 358322 w 568134"/>
              <a:gd name="csY0" fmla="*/ 1127400 h 1178572"/>
              <a:gd name="csX1" fmla="*/ 567872 w 568134"/>
              <a:gd name="csY1" fmla="*/ 479700 h 1178572"/>
              <a:gd name="csX2" fmla="*/ 396422 w 568134"/>
              <a:gd name="csY2" fmla="*/ 41550 h 1178572"/>
              <a:gd name="csX3" fmla="*/ 164012 w 568134"/>
              <a:gd name="csY3" fmla="*/ 72030 h 1178572"/>
              <a:gd name="csX4" fmla="*/ 293552 w 568134"/>
              <a:gd name="csY4" fmla="*/ 517800 h 1178572"/>
              <a:gd name="csX5" fmla="*/ 182 w 568134"/>
              <a:gd name="csY5" fmla="*/ 1066440 h 1178572"/>
              <a:gd name="csX6" fmla="*/ 358322 w 568134"/>
              <a:gd name="csY6" fmla="*/ 1127400 h 1178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68134" h="1178572">
                <a:moveTo>
                  <a:pt x="358322" y="1127400"/>
                </a:moveTo>
                <a:cubicBezTo>
                  <a:pt x="452937" y="1029610"/>
                  <a:pt x="561522" y="660675"/>
                  <a:pt x="567872" y="479700"/>
                </a:cubicBezTo>
                <a:cubicBezTo>
                  <a:pt x="574222" y="298725"/>
                  <a:pt x="463732" y="109495"/>
                  <a:pt x="396422" y="41550"/>
                </a:cubicBezTo>
                <a:cubicBezTo>
                  <a:pt x="329112" y="-26395"/>
                  <a:pt x="181157" y="-7345"/>
                  <a:pt x="164012" y="72030"/>
                </a:cubicBezTo>
                <a:cubicBezTo>
                  <a:pt x="146867" y="151405"/>
                  <a:pt x="320857" y="352065"/>
                  <a:pt x="293552" y="517800"/>
                </a:cubicBezTo>
                <a:cubicBezTo>
                  <a:pt x="266247" y="683535"/>
                  <a:pt x="-8073" y="962300"/>
                  <a:pt x="182" y="1066440"/>
                </a:cubicBezTo>
                <a:cubicBezTo>
                  <a:pt x="8437" y="1170580"/>
                  <a:pt x="263707" y="1225190"/>
                  <a:pt x="358322" y="1127400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B9E79A-7313-9245-DABC-53AB5D0C4FB4}"/>
              </a:ext>
            </a:extLst>
          </p:cNvPr>
          <p:cNvCxnSpPr>
            <a:cxnSpLocks/>
            <a:stCxn id="41" idx="6"/>
            <a:endCxn id="46" idx="3"/>
          </p:cNvCxnSpPr>
          <p:nvPr/>
        </p:nvCxnSpPr>
        <p:spPr>
          <a:xfrm flipV="1">
            <a:off x="10147091" y="4208076"/>
            <a:ext cx="770366" cy="202416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CE68157-933E-DD37-EFF0-F84133BAA7C5}"/>
              </a:ext>
            </a:extLst>
          </p:cNvPr>
          <p:cNvCxnSpPr>
            <a:cxnSpLocks/>
            <a:stCxn id="44" idx="2"/>
            <a:endCxn id="47" idx="6"/>
          </p:cNvCxnSpPr>
          <p:nvPr/>
        </p:nvCxnSpPr>
        <p:spPr>
          <a:xfrm flipH="1" flipV="1">
            <a:off x="8872700" y="4496851"/>
            <a:ext cx="603201" cy="8635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A8141FA-CEF4-2D29-B2BA-89510458C0ED}"/>
              </a:ext>
            </a:extLst>
          </p:cNvPr>
          <p:cNvCxnSpPr>
            <a:cxnSpLocks/>
            <a:stCxn id="45" idx="5"/>
            <a:endCxn id="46" idx="1"/>
          </p:cNvCxnSpPr>
          <p:nvPr/>
        </p:nvCxnSpPr>
        <p:spPr>
          <a:xfrm>
            <a:off x="9843690" y="3642645"/>
            <a:ext cx="1073767" cy="52771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CF0360C-9C7A-72BD-9900-DC748FC9FBAA}"/>
              </a:ext>
            </a:extLst>
          </p:cNvPr>
          <p:cNvCxnSpPr>
            <a:cxnSpLocks/>
            <a:stCxn id="47" idx="7"/>
            <a:endCxn id="45" idx="3"/>
          </p:cNvCxnSpPr>
          <p:nvPr/>
        </p:nvCxnSpPr>
        <p:spPr>
          <a:xfrm flipV="1">
            <a:off x="8864889" y="3642645"/>
            <a:ext cx="941083" cy="83534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707BE63-AF79-43F3-A2A2-C9854DF7E729}"/>
              </a:ext>
            </a:extLst>
          </p:cNvPr>
          <p:cNvSpPr/>
          <p:nvPr/>
        </p:nvSpPr>
        <p:spPr>
          <a:xfrm>
            <a:off x="8819360" y="4470181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2DB7912-0185-328B-0879-F9177257A662}"/>
              </a:ext>
            </a:extLst>
          </p:cNvPr>
          <p:cNvSpPr/>
          <p:nvPr/>
        </p:nvSpPr>
        <p:spPr>
          <a:xfrm>
            <a:off x="10909646" y="4162547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5DD5799-A16F-7488-8DAA-6A0530547CC5}"/>
              </a:ext>
            </a:extLst>
          </p:cNvPr>
          <p:cNvSpPr/>
          <p:nvPr/>
        </p:nvSpPr>
        <p:spPr>
          <a:xfrm>
            <a:off x="9530715" y="3669030"/>
            <a:ext cx="565785" cy="883920"/>
          </a:xfrm>
          <a:custGeom>
            <a:avLst/>
            <a:gdLst>
              <a:gd name="csX0" fmla="*/ 0 w 565785"/>
              <a:gd name="csY0" fmla="*/ 883920 h 883920"/>
              <a:gd name="csX1" fmla="*/ 293370 w 565785"/>
              <a:gd name="csY1" fmla="*/ 0 h 883920"/>
              <a:gd name="csX2" fmla="*/ 565785 w 565785"/>
              <a:gd name="csY2" fmla="*/ 735330 h 883920"/>
              <a:gd name="csX3" fmla="*/ 0 w 565785"/>
              <a:gd name="csY3" fmla="*/ 883920 h 883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785" h="883920">
                <a:moveTo>
                  <a:pt x="0" y="883920"/>
                </a:moveTo>
                <a:lnTo>
                  <a:pt x="293370" y="0"/>
                </a:lnTo>
                <a:lnTo>
                  <a:pt x="565785" y="735330"/>
                </a:lnTo>
                <a:lnTo>
                  <a:pt x="0" y="883920"/>
                </a:lnTo>
                <a:close/>
              </a:path>
            </a:pathLst>
          </a:cu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F483EBD-4352-3FA1-26D9-B87B3BD3734C}"/>
              </a:ext>
            </a:extLst>
          </p:cNvPr>
          <p:cNvCxnSpPr>
            <a:cxnSpLocks/>
            <a:stCxn id="44" idx="7"/>
            <a:endCxn id="45" idx="4"/>
          </p:cNvCxnSpPr>
          <p:nvPr/>
        </p:nvCxnSpPr>
        <p:spPr>
          <a:xfrm flipV="1">
            <a:off x="9521430" y="3650456"/>
            <a:ext cx="303401" cy="91389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4EDE8DB-DED3-1CB6-8E6F-9BB6C612C301}"/>
              </a:ext>
            </a:extLst>
          </p:cNvPr>
          <p:cNvCxnSpPr>
            <a:cxnSpLocks/>
            <a:stCxn id="45" idx="4"/>
            <a:endCxn id="41" idx="1"/>
          </p:cNvCxnSpPr>
          <p:nvPr/>
        </p:nvCxnSpPr>
        <p:spPr>
          <a:xfrm>
            <a:off x="9824831" y="3650456"/>
            <a:ext cx="276731" cy="741177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C94E8D-E457-1A79-A3AE-0C2D9E2A8211}"/>
              </a:ext>
            </a:extLst>
          </p:cNvPr>
          <p:cNvCxnSpPr>
            <a:cxnSpLocks/>
            <a:stCxn id="44" idx="7"/>
            <a:endCxn id="41" idx="2"/>
          </p:cNvCxnSpPr>
          <p:nvPr/>
        </p:nvCxnSpPr>
        <p:spPr>
          <a:xfrm flipV="1">
            <a:off x="9521430" y="4410492"/>
            <a:ext cx="572321" cy="153859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6C7B01F3-D379-D266-26C8-E55929A21913}"/>
              </a:ext>
            </a:extLst>
          </p:cNvPr>
          <p:cNvSpPr/>
          <p:nvPr/>
        </p:nvSpPr>
        <p:spPr>
          <a:xfrm>
            <a:off x="9475901" y="4556540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E4B8353-1537-A197-0955-81488923F8F7}"/>
              </a:ext>
            </a:extLst>
          </p:cNvPr>
          <p:cNvSpPr/>
          <p:nvPr/>
        </p:nvSpPr>
        <p:spPr>
          <a:xfrm>
            <a:off x="10093751" y="4383822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D82FAE-F963-E9CC-536E-0B90461E148A}"/>
              </a:ext>
            </a:extLst>
          </p:cNvPr>
          <p:cNvSpPr/>
          <p:nvPr/>
        </p:nvSpPr>
        <p:spPr>
          <a:xfrm>
            <a:off x="9798161" y="3597116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558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F6064AED-8D13-17B7-2B0C-BBD26F8979DC}"/>
              </a:ext>
            </a:extLst>
          </p:cNvPr>
          <p:cNvSpPr/>
          <p:nvPr/>
        </p:nvSpPr>
        <p:spPr>
          <a:xfrm>
            <a:off x="1731646" y="3224518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20F4FC-927C-784F-0A1F-0EDAC1241F49}"/>
              </a:ext>
            </a:extLst>
          </p:cNvPr>
          <p:cNvSpPr/>
          <p:nvPr/>
        </p:nvSpPr>
        <p:spPr>
          <a:xfrm>
            <a:off x="2270379" y="2274558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F6D6C6-2040-E962-0346-F2381826FAA0}"/>
                  </a:ext>
                </a:extLst>
              </p:cNvPr>
              <p:cNvSpPr txBox="1"/>
              <p:nvPr/>
            </p:nvSpPr>
            <p:spPr>
              <a:xfrm>
                <a:off x="2221843" y="1974838"/>
                <a:ext cx="1867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F6D6C6-2040-E962-0346-F2381826F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843" y="1974838"/>
                <a:ext cx="186781" cy="276999"/>
              </a:xfrm>
              <a:prstGeom prst="rect">
                <a:avLst/>
              </a:prstGeom>
              <a:blipFill>
                <a:blip r:embed="rId2"/>
                <a:stretch>
                  <a:fillRect l="-19355" r="-129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8C02D4-B6CD-09C8-E814-08A190109E6F}"/>
                  </a:ext>
                </a:extLst>
              </p:cNvPr>
              <p:cNvSpPr txBox="1"/>
              <p:nvPr/>
            </p:nvSpPr>
            <p:spPr>
              <a:xfrm>
                <a:off x="1510831" y="3270885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28C02D4-B6CD-09C8-E814-08A190109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831" y="3270885"/>
                <a:ext cx="182999" cy="276999"/>
              </a:xfrm>
              <a:prstGeom prst="rect">
                <a:avLst/>
              </a:prstGeom>
              <a:blipFill>
                <a:blip r:embed="rId3"/>
                <a:stretch>
                  <a:fillRect l="-33333" r="-26667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E65B4-B4C0-194F-41FF-7E4A236E53DE}"/>
              </a:ext>
            </a:extLst>
          </p:cNvPr>
          <p:cNvCxnSpPr>
            <a:stCxn id="27" idx="3"/>
            <a:endCxn id="25" idx="7"/>
          </p:cNvCxnSpPr>
          <p:nvPr/>
        </p:nvCxnSpPr>
        <p:spPr>
          <a:xfrm flipH="1">
            <a:off x="4327154" y="2354002"/>
            <a:ext cx="469324" cy="8841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0AC46E6-27C1-59A9-8CC6-C01BE60D1041}"/>
              </a:ext>
            </a:extLst>
          </p:cNvPr>
          <p:cNvSpPr/>
          <p:nvPr/>
        </p:nvSpPr>
        <p:spPr>
          <a:xfrm>
            <a:off x="4243370" y="3224518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B5994B-957F-4E2E-8AF3-BB3B243562EE}"/>
              </a:ext>
            </a:extLst>
          </p:cNvPr>
          <p:cNvSpPr/>
          <p:nvPr/>
        </p:nvSpPr>
        <p:spPr>
          <a:xfrm>
            <a:off x="4782103" y="2274558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D75621-5492-7573-615D-4307698BCFBA}"/>
                  </a:ext>
                </a:extLst>
              </p:cNvPr>
              <p:cNvSpPr txBox="1"/>
              <p:nvPr/>
            </p:nvSpPr>
            <p:spPr>
              <a:xfrm>
                <a:off x="4733567" y="1974838"/>
                <a:ext cx="1867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D75621-5492-7573-615D-4307698BC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567" y="1974838"/>
                <a:ext cx="186781" cy="276999"/>
              </a:xfrm>
              <a:prstGeom prst="rect">
                <a:avLst/>
              </a:prstGeom>
              <a:blipFill>
                <a:blip r:embed="rId4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699A027-B568-F1D5-6E90-CE69BACDDCA4}"/>
                  </a:ext>
                </a:extLst>
              </p:cNvPr>
              <p:cNvSpPr txBox="1"/>
              <p:nvPr/>
            </p:nvSpPr>
            <p:spPr>
              <a:xfrm>
                <a:off x="4022555" y="3270885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699A027-B568-F1D5-6E90-CE69BACDD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555" y="3270885"/>
                <a:ext cx="182999" cy="276999"/>
              </a:xfrm>
              <a:prstGeom prst="rect">
                <a:avLst/>
              </a:prstGeom>
              <a:blipFill>
                <a:blip r:embed="rId5"/>
                <a:stretch>
                  <a:fillRect l="-33333" r="-26667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AD8E21-3CE4-6083-1853-43A21BC38E4F}"/>
                  </a:ext>
                </a:extLst>
              </p:cNvPr>
              <p:cNvSpPr txBox="1"/>
              <p:nvPr/>
            </p:nvSpPr>
            <p:spPr>
              <a:xfrm>
                <a:off x="2016946" y="1498276"/>
                <a:ext cx="5965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AD8E21-3CE4-6083-1853-43A21BC38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46" y="1498276"/>
                <a:ext cx="596574" cy="276999"/>
              </a:xfrm>
              <a:prstGeom prst="rect">
                <a:avLst/>
              </a:prstGeom>
              <a:blipFill>
                <a:blip r:embed="rId6"/>
                <a:stretch>
                  <a:fillRect l="-5102" r="-816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16A51FC-0A2C-06B8-C9F9-3863A9F6880C}"/>
              </a:ext>
            </a:extLst>
          </p:cNvPr>
          <p:cNvCxnSpPr>
            <a:stCxn id="47" idx="3"/>
            <a:endCxn id="45" idx="7"/>
          </p:cNvCxnSpPr>
          <p:nvPr/>
        </p:nvCxnSpPr>
        <p:spPr>
          <a:xfrm flipH="1">
            <a:off x="6768151" y="2354002"/>
            <a:ext cx="469324" cy="8841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E761074-87DB-A9A3-DB61-158DE109A94C}"/>
              </a:ext>
            </a:extLst>
          </p:cNvPr>
          <p:cNvCxnSpPr>
            <a:cxnSpLocks/>
            <a:stCxn id="46" idx="2"/>
            <a:endCxn id="45" idx="6"/>
          </p:cNvCxnSpPr>
          <p:nvPr/>
        </p:nvCxnSpPr>
        <p:spPr>
          <a:xfrm flipH="1" flipV="1">
            <a:off x="6782526" y="3271055"/>
            <a:ext cx="979308" cy="11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03700BB-06D1-BF27-6BCA-FCFE92A7D09F}"/>
              </a:ext>
            </a:extLst>
          </p:cNvPr>
          <p:cNvCxnSpPr>
            <a:cxnSpLocks/>
            <a:stCxn id="47" idx="5"/>
            <a:endCxn id="46" idx="1"/>
          </p:cNvCxnSpPr>
          <p:nvPr/>
        </p:nvCxnSpPr>
        <p:spPr>
          <a:xfrm>
            <a:off x="7306884" y="2354002"/>
            <a:ext cx="469325" cy="8852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CDFC9A8-5246-4A74-8267-3416771D6208}"/>
              </a:ext>
            </a:extLst>
          </p:cNvPr>
          <p:cNvSpPr/>
          <p:nvPr/>
        </p:nvSpPr>
        <p:spPr>
          <a:xfrm>
            <a:off x="6684367" y="3224518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6B7C7E4-5DC6-374B-FB53-81B3A1601AAC}"/>
              </a:ext>
            </a:extLst>
          </p:cNvPr>
          <p:cNvSpPr/>
          <p:nvPr/>
        </p:nvSpPr>
        <p:spPr>
          <a:xfrm>
            <a:off x="7761834" y="3225647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EF4BF66-2414-A0EE-12E9-99A1499D4732}"/>
              </a:ext>
            </a:extLst>
          </p:cNvPr>
          <p:cNvSpPr/>
          <p:nvPr/>
        </p:nvSpPr>
        <p:spPr>
          <a:xfrm>
            <a:off x="7223100" y="2274558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AF84D9-1601-D141-54F0-7DBC0667C579}"/>
                  </a:ext>
                </a:extLst>
              </p:cNvPr>
              <p:cNvSpPr txBox="1"/>
              <p:nvPr/>
            </p:nvSpPr>
            <p:spPr>
              <a:xfrm>
                <a:off x="7174564" y="1974838"/>
                <a:ext cx="1867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AF84D9-1601-D141-54F0-7DBC0667C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564" y="1974838"/>
                <a:ext cx="186781" cy="276999"/>
              </a:xfrm>
              <a:prstGeom prst="rect">
                <a:avLst/>
              </a:prstGeom>
              <a:blipFill>
                <a:blip r:embed="rId7"/>
                <a:stretch>
                  <a:fillRect l="-19355" r="-129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7A2D6FC-1571-4AA4-BF59-7A3A810F5009}"/>
                  </a:ext>
                </a:extLst>
              </p:cNvPr>
              <p:cNvSpPr txBox="1"/>
              <p:nvPr/>
            </p:nvSpPr>
            <p:spPr>
              <a:xfrm>
                <a:off x="6463552" y="3270885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7A2D6FC-1571-4AA4-BF59-7A3A810F5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552" y="3270885"/>
                <a:ext cx="182999" cy="276999"/>
              </a:xfrm>
              <a:prstGeom prst="rect">
                <a:avLst/>
              </a:prstGeom>
              <a:blipFill>
                <a:blip r:embed="rId8"/>
                <a:stretch>
                  <a:fillRect l="-33333" r="-26667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F7D5C50-0C43-BCC8-5756-4A503B7CA9E8}"/>
                  </a:ext>
                </a:extLst>
              </p:cNvPr>
              <p:cNvSpPr txBox="1"/>
              <p:nvPr/>
            </p:nvSpPr>
            <p:spPr>
              <a:xfrm>
                <a:off x="7897809" y="3290500"/>
                <a:ext cx="1660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F7D5C50-0C43-BCC8-5756-4A503B7CA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809" y="3290500"/>
                <a:ext cx="166006" cy="276999"/>
              </a:xfrm>
              <a:prstGeom prst="rect">
                <a:avLst/>
              </a:prstGeom>
              <a:blipFill>
                <a:blip r:embed="rId9"/>
                <a:stretch>
                  <a:fillRect l="-22222" r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B87ED52-05C2-6DC3-4569-87D7807EBEAB}"/>
              </a:ext>
            </a:extLst>
          </p:cNvPr>
          <p:cNvSpPr/>
          <p:nvPr/>
        </p:nvSpPr>
        <p:spPr>
          <a:xfrm>
            <a:off x="9045082" y="2312670"/>
            <a:ext cx="1019175" cy="958215"/>
          </a:xfrm>
          <a:custGeom>
            <a:avLst/>
            <a:gdLst>
              <a:gd name="csX0" fmla="*/ 0 w 1019175"/>
              <a:gd name="csY0" fmla="*/ 944880 h 958215"/>
              <a:gd name="csX1" fmla="*/ 502920 w 1019175"/>
              <a:gd name="csY1" fmla="*/ 0 h 958215"/>
              <a:gd name="csX2" fmla="*/ 1019175 w 1019175"/>
              <a:gd name="csY2" fmla="*/ 958215 h 958215"/>
              <a:gd name="csX3" fmla="*/ 0 w 1019175"/>
              <a:gd name="csY3" fmla="*/ 944880 h 958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19175" h="958215">
                <a:moveTo>
                  <a:pt x="0" y="944880"/>
                </a:moveTo>
                <a:lnTo>
                  <a:pt x="502920" y="0"/>
                </a:lnTo>
                <a:lnTo>
                  <a:pt x="1019175" y="958215"/>
                </a:lnTo>
                <a:lnTo>
                  <a:pt x="0" y="944880"/>
                </a:lnTo>
                <a:close/>
              </a:path>
            </a:pathLst>
          </a:custGeom>
          <a:solidFill>
            <a:srgbClr val="33CC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E5A0A95-39CE-48F3-6B5D-CB444A4B35DF}"/>
              </a:ext>
            </a:extLst>
          </p:cNvPr>
          <p:cNvCxnSpPr>
            <a:stCxn id="57" idx="3"/>
            <a:endCxn id="55" idx="7"/>
          </p:cNvCxnSpPr>
          <p:nvPr/>
        </p:nvCxnSpPr>
        <p:spPr>
          <a:xfrm flipH="1">
            <a:off x="9043142" y="2354002"/>
            <a:ext cx="469324" cy="8841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A23D6E1-88BE-ACAF-A146-C1882AA54403}"/>
              </a:ext>
            </a:extLst>
          </p:cNvPr>
          <p:cNvCxnSpPr>
            <a:cxnSpLocks/>
            <a:stCxn id="56" idx="2"/>
            <a:endCxn id="55" idx="6"/>
          </p:cNvCxnSpPr>
          <p:nvPr/>
        </p:nvCxnSpPr>
        <p:spPr>
          <a:xfrm flipH="1" flipV="1">
            <a:off x="9057517" y="3271055"/>
            <a:ext cx="979308" cy="11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AE8509D-A143-E881-0461-50467F09B8D2}"/>
              </a:ext>
            </a:extLst>
          </p:cNvPr>
          <p:cNvCxnSpPr>
            <a:cxnSpLocks/>
            <a:stCxn id="57" idx="5"/>
            <a:endCxn id="56" idx="1"/>
          </p:cNvCxnSpPr>
          <p:nvPr/>
        </p:nvCxnSpPr>
        <p:spPr>
          <a:xfrm>
            <a:off x="9581875" y="2354002"/>
            <a:ext cx="469325" cy="88527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7C200ADE-1A38-88EA-E849-1F59FCF67B6E}"/>
              </a:ext>
            </a:extLst>
          </p:cNvPr>
          <p:cNvSpPr/>
          <p:nvPr/>
        </p:nvSpPr>
        <p:spPr>
          <a:xfrm>
            <a:off x="8959358" y="3224518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A0AA402-A70A-7291-0850-5F6545354504}"/>
              </a:ext>
            </a:extLst>
          </p:cNvPr>
          <p:cNvSpPr/>
          <p:nvPr/>
        </p:nvSpPr>
        <p:spPr>
          <a:xfrm>
            <a:off x="10036825" y="3225647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1DDD3D8-EF52-EE9E-6325-CB6B9D91A01E}"/>
              </a:ext>
            </a:extLst>
          </p:cNvPr>
          <p:cNvSpPr/>
          <p:nvPr/>
        </p:nvSpPr>
        <p:spPr>
          <a:xfrm>
            <a:off x="9498091" y="2274558"/>
            <a:ext cx="98159" cy="93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1C8020F-31EE-73EB-9B55-4149CDC6D29B}"/>
                  </a:ext>
                </a:extLst>
              </p:cNvPr>
              <p:cNvSpPr txBox="1"/>
              <p:nvPr/>
            </p:nvSpPr>
            <p:spPr>
              <a:xfrm>
                <a:off x="9449555" y="1974838"/>
                <a:ext cx="1867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1C8020F-31EE-73EB-9B55-4149CDC6D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555" y="1974838"/>
                <a:ext cx="186781" cy="276999"/>
              </a:xfrm>
              <a:prstGeom prst="rect">
                <a:avLst/>
              </a:prstGeom>
              <a:blipFill>
                <a:blip r:embed="rId10"/>
                <a:stretch>
                  <a:fillRect l="-19355" r="-129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F06973A-6411-2679-8315-AF11B48BFDD7}"/>
                  </a:ext>
                </a:extLst>
              </p:cNvPr>
              <p:cNvSpPr txBox="1"/>
              <p:nvPr/>
            </p:nvSpPr>
            <p:spPr>
              <a:xfrm>
                <a:off x="8738543" y="3270885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F06973A-6411-2679-8315-AF11B48BF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543" y="3270885"/>
                <a:ext cx="182999" cy="276999"/>
              </a:xfrm>
              <a:prstGeom prst="rect">
                <a:avLst/>
              </a:prstGeom>
              <a:blipFill>
                <a:blip r:embed="rId11"/>
                <a:stretch>
                  <a:fillRect l="-32258" r="-22581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C54C5FD-BE7D-7062-2D38-E49E36000C35}"/>
                  </a:ext>
                </a:extLst>
              </p:cNvPr>
              <p:cNvSpPr txBox="1"/>
              <p:nvPr/>
            </p:nvSpPr>
            <p:spPr>
              <a:xfrm>
                <a:off x="10172800" y="3290500"/>
                <a:ext cx="1660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C54C5FD-BE7D-7062-2D38-E49E36000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800" y="3290500"/>
                <a:ext cx="166006" cy="276999"/>
              </a:xfrm>
              <a:prstGeom prst="rect">
                <a:avLst/>
              </a:prstGeom>
              <a:blipFill>
                <a:blip r:embed="rId12"/>
                <a:stretch>
                  <a:fillRect l="-22222" r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05BFB46-FE39-FE9D-A10D-7131D3EF9E98}"/>
                  </a:ext>
                </a:extLst>
              </p:cNvPr>
              <p:cNvSpPr txBox="1"/>
              <p:nvPr/>
            </p:nvSpPr>
            <p:spPr>
              <a:xfrm>
                <a:off x="4528670" y="1498275"/>
                <a:ext cx="5965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05BFB46-FE39-FE9D-A10D-7131D3EF9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670" y="1498275"/>
                <a:ext cx="596574" cy="276999"/>
              </a:xfrm>
              <a:prstGeom prst="rect">
                <a:avLst/>
              </a:prstGeom>
              <a:blipFill>
                <a:blip r:embed="rId13"/>
                <a:stretch>
                  <a:fillRect l="-5102" r="-816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C9B1A01-ADE7-0072-2B75-D0D3BE7AE901}"/>
                  </a:ext>
                </a:extLst>
              </p:cNvPr>
              <p:cNvSpPr txBox="1"/>
              <p:nvPr/>
            </p:nvSpPr>
            <p:spPr>
              <a:xfrm>
                <a:off x="6967828" y="1498275"/>
                <a:ext cx="5965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C9B1A01-ADE7-0072-2B75-D0D3BE7AE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828" y="1498275"/>
                <a:ext cx="596574" cy="276999"/>
              </a:xfrm>
              <a:prstGeom prst="rect">
                <a:avLst/>
              </a:prstGeom>
              <a:blipFill>
                <a:blip r:embed="rId14"/>
                <a:stretch>
                  <a:fillRect l="-5102" r="-9184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A9B6B22-56E1-BEE7-9133-A93CD64FCC8F}"/>
                  </a:ext>
                </a:extLst>
              </p:cNvPr>
              <p:cNvSpPr txBox="1"/>
              <p:nvPr/>
            </p:nvSpPr>
            <p:spPr>
              <a:xfrm>
                <a:off x="9244658" y="1498274"/>
                <a:ext cx="5965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A9B6B22-56E1-BEE7-9133-A93CD64FC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658" y="1498274"/>
                <a:ext cx="596574" cy="276999"/>
              </a:xfrm>
              <a:prstGeom prst="rect">
                <a:avLst/>
              </a:prstGeom>
              <a:blipFill>
                <a:blip r:embed="rId15"/>
                <a:stretch>
                  <a:fillRect l="-5155" r="-9278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426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519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D'hulst</dc:creator>
  <cp:lastModifiedBy>Gabriel D'hulst</cp:lastModifiedBy>
  <cp:revision>1</cp:revision>
  <dcterms:created xsi:type="dcterms:W3CDTF">2026-03-10T13:17:59Z</dcterms:created>
  <dcterms:modified xsi:type="dcterms:W3CDTF">2026-03-10T13:18:30Z</dcterms:modified>
</cp:coreProperties>
</file>